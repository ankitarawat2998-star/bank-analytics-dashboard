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16"/>
  </p:notesMasterIdLst>
  <p:sldIdLst>
    <p:sldId id="256" r:id="rId2"/>
    <p:sldId id="268" r:id="rId3"/>
    <p:sldId id="257" r:id="rId4"/>
    <p:sldId id="266" r:id="rId5"/>
    <p:sldId id="269" r:id="rId6"/>
    <p:sldId id="265" r:id="rId7"/>
    <p:sldId id="264" r:id="rId8"/>
    <p:sldId id="263" r:id="rId9"/>
    <p:sldId id="262" r:id="rId10"/>
    <p:sldId id="261" r:id="rId11"/>
    <p:sldId id="260" r:id="rId12"/>
    <p:sldId id="259" r:id="rId13"/>
    <p:sldId id="258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A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62" autoAdjust="0"/>
  </p:normalViewPr>
  <p:slideViewPr>
    <p:cSldViewPr snapToGrid="0">
      <p:cViewPr varScale="1">
        <p:scale>
          <a:sx n="59" d="100"/>
          <a:sy n="59" d="100"/>
        </p:scale>
        <p:origin x="964" y="4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577CF4-8404-4C77-BAC7-3D08145D8915}" type="doc">
      <dgm:prSet loTypeId="urn:microsoft.com/office/officeart/2005/8/layout/default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A08CD03-2238-44CE-A249-707C1982727A}">
      <dgm:prSet phldrT="Name" phldr="0" custT="1"/>
      <dgm:spPr/>
      <dgm:t>
        <a:bodyPr/>
        <a:lstStyle/>
        <a:p>
          <a:r>
            <a:rPr lang="en-US" sz="2000" b="0" dirty="0">
              <a:latin typeface="Arial Rounded MT Bold" panose="020F0704030504030204" pitchFamily="34" charset="0"/>
            </a:rPr>
            <a:t>Binal Vasant</a:t>
          </a:r>
          <a:endParaRPr lang="en-IN" sz="2000" b="0" dirty="0">
            <a:latin typeface="Arial Rounded MT Bold" panose="020F0704030504030204" pitchFamily="34" charset="0"/>
          </a:endParaRPr>
        </a:p>
      </dgm:t>
    </dgm:pt>
    <dgm:pt modelId="{C1B0F784-7BDF-456E-BF94-1D9571EF9B38}" type="parTrans" cxnId="{7B747FD8-7AD2-40EF-906C-0E409F78E9A3}">
      <dgm:prSet/>
      <dgm:spPr/>
      <dgm:t>
        <a:bodyPr/>
        <a:lstStyle/>
        <a:p>
          <a:endParaRPr lang="en-IN"/>
        </a:p>
      </dgm:t>
    </dgm:pt>
    <dgm:pt modelId="{F6BA739C-7DD6-43BD-9FBE-0023A834898C}" type="sibTrans" cxnId="{7B747FD8-7AD2-40EF-906C-0E409F78E9A3}">
      <dgm:prSet/>
      <dgm:spPr/>
      <dgm:t>
        <a:bodyPr/>
        <a:lstStyle/>
        <a:p>
          <a:endParaRPr lang="en-IN"/>
        </a:p>
      </dgm:t>
    </dgm:pt>
    <dgm:pt modelId="{AD146AEE-CFCC-479E-8915-E9BCA4C6BB7B}">
      <dgm:prSet phldrT="Name" phldr="0" custT="1"/>
      <dgm:spPr/>
      <dgm:t>
        <a:bodyPr/>
        <a:lstStyle/>
        <a:p>
          <a:r>
            <a:rPr lang="en-US" sz="2000" b="0" dirty="0">
              <a:latin typeface="Arial Rounded MT Bold" panose="020F0704030504030204" pitchFamily="34" charset="0"/>
            </a:rPr>
            <a:t>Suparna Bar</a:t>
          </a:r>
          <a:endParaRPr lang="en-IN" sz="2000" b="0" dirty="0">
            <a:latin typeface="Arial Rounded MT Bold" panose="020F0704030504030204" pitchFamily="34" charset="0"/>
          </a:endParaRPr>
        </a:p>
      </dgm:t>
    </dgm:pt>
    <dgm:pt modelId="{F1CAFCCC-93E3-4A6B-A475-3EAA76D2B318}" type="parTrans" cxnId="{70D28AB8-CE41-4806-ACA0-BDA127CCFA11}">
      <dgm:prSet/>
      <dgm:spPr/>
      <dgm:t>
        <a:bodyPr/>
        <a:lstStyle/>
        <a:p>
          <a:endParaRPr lang="en-IN"/>
        </a:p>
      </dgm:t>
    </dgm:pt>
    <dgm:pt modelId="{ECCFDF7B-4328-471A-A520-417EBBE9251E}" type="sibTrans" cxnId="{70D28AB8-CE41-4806-ACA0-BDA127CCFA11}">
      <dgm:prSet/>
      <dgm:spPr/>
      <dgm:t>
        <a:bodyPr/>
        <a:lstStyle/>
        <a:p>
          <a:endParaRPr lang="en-IN"/>
        </a:p>
      </dgm:t>
    </dgm:pt>
    <dgm:pt modelId="{3CF67A88-47AF-4836-8CA9-60EDC5C717A9}">
      <dgm:prSet phldrT="Name" phldr="0" custT="1"/>
      <dgm:spPr/>
      <dgm:t>
        <a:bodyPr/>
        <a:lstStyle/>
        <a:p>
          <a:r>
            <a:rPr lang="en-US" sz="2000" b="0" dirty="0">
              <a:latin typeface="Arial Rounded MT Bold" panose="020F0704030504030204" pitchFamily="34" charset="0"/>
            </a:rPr>
            <a:t>Rohit Shinde</a:t>
          </a:r>
          <a:endParaRPr lang="en-IN" sz="2000" b="0" dirty="0">
            <a:latin typeface="Arial Rounded MT Bold" panose="020F0704030504030204" pitchFamily="34" charset="0"/>
          </a:endParaRPr>
        </a:p>
      </dgm:t>
    </dgm:pt>
    <dgm:pt modelId="{C27405C8-7CCA-45C6-979B-1E3B25DC2F1B}" type="parTrans" cxnId="{AFCFF652-1D15-44E2-A5E1-92CD1892B35B}">
      <dgm:prSet/>
      <dgm:spPr/>
      <dgm:t>
        <a:bodyPr/>
        <a:lstStyle/>
        <a:p>
          <a:endParaRPr lang="en-IN"/>
        </a:p>
      </dgm:t>
    </dgm:pt>
    <dgm:pt modelId="{B288F0E7-876B-482E-A2F0-696E0DD5E69D}" type="sibTrans" cxnId="{AFCFF652-1D15-44E2-A5E1-92CD1892B35B}">
      <dgm:prSet/>
      <dgm:spPr/>
      <dgm:t>
        <a:bodyPr/>
        <a:lstStyle/>
        <a:p>
          <a:endParaRPr lang="en-IN"/>
        </a:p>
      </dgm:t>
    </dgm:pt>
    <dgm:pt modelId="{7134CF52-25EF-46F4-8B08-7BCDFD352806}">
      <dgm:prSet phldrT="Name" phldr="0" custT="1"/>
      <dgm:spPr/>
      <dgm:t>
        <a:bodyPr/>
        <a:lstStyle/>
        <a:p>
          <a:r>
            <a:rPr lang="en-US" sz="2000" b="0" dirty="0">
              <a:latin typeface="Arial Rounded MT Bold" panose="020F0704030504030204" pitchFamily="34" charset="0"/>
            </a:rPr>
            <a:t>Pansee Patel</a:t>
          </a:r>
          <a:endParaRPr lang="en-IN" sz="2000" b="0" dirty="0">
            <a:latin typeface="Arial Rounded MT Bold" panose="020F0704030504030204" pitchFamily="34" charset="0"/>
          </a:endParaRPr>
        </a:p>
      </dgm:t>
    </dgm:pt>
    <dgm:pt modelId="{06A61508-6D64-439D-956E-8657E5EEEF3A}" type="parTrans" cxnId="{4EF45DB7-0E19-48D4-9635-2F308488018F}">
      <dgm:prSet/>
      <dgm:spPr/>
      <dgm:t>
        <a:bodyPr/>
        <a:lstStyle/>
        <a:p>
          <a:endParaRPr lang="en-IN"/>
        </a:p>
      </dgm:t>
    </dgm:pt>
    <dgm:pt modelId="{AA75F3C3-BDD3-4675-A7F8-E77D8DC2A2E8}" type="sibTrans" cxnId="{4EF45DB7-0E19-48D4-9635-2F308488018F}">
      <dgm:prSet/>
      <dgm:spPr/>
      <dgm:t>
        <a:bodyPr/>
        <a:lstStyle/>
        <a:p>
          <a:endParaRPr lang="en-IN"/>
        </a:p>
      </dgm:t>
    </dgm:pt>
    <dgm:pt modelId="{A439324C-B794-4DB9-BF37-D74FD1F5F232}">
      <dgm:prSet phldrT="Role" phldr="0" custT="1"/>
      <dgm:spPr/>
      <dgm:t>
        <a:bodyPr/>
        <a:lstStyle/>
        <a:p>
          <a:r>
            <a:rPr lang="en-US" sz="2000" b="0" dirty="0">
              <a:latin typeface="Arial Rounded MT Bold" panose="020F0704030504030204" pitchFamily="34" charset="0"/>
            </a:rPr>
            <a:t>Ankita Rawat</a:t>
          </a:r>
          <a:endParaRPr lang="en-IN" sz="2000" b="0" dirty="0">
            <a:latin typeface="Arial Rounded MT Bold" panose="020F0704030504030204" pitchFamily="34" charset="0"/>
          </a:endParaRPr>
        </a:p>
      </dgm:t>
    </dgm:pt>
    <dgm:pt modelId="{61AF6557-F269-4F1C-A364-6A8E3CA57FA7}" type="parTrans" cxnId="{1A7BEEDF-9EE6-44F3-8DD6-801F18EA2F02}">
      <dgm:prSet/>
      <dgm:spPr/>
      <dgm:t>
        <a:bodyPr/>
        <a:lstStyle/>
        <a:p>
          <a:endParaRPr lang="en-IN"/>
        </a:p>
      </dgm:t>
    </dgm:pt>
    <dgm:pt modelId="{934C8A3D-D225-463B-B26C-463575118CC8}" type="sibTrans" cxnId="{1A7BEEDF-9EE6-44F3-8DD6-801F18EA2F02}">
      <dgm:prSet/>
      <dgm:spPr/>
      <dgm:t>
        <a:bodyPr/>
        <a:lstStyle/>
        <a:p>
          <a:endParaRPr lang="en-IN"/>
        </a:p>
      </dgm:t>
    </dgm:pt>
    <dgm:pt modelId="{BF291683-1C0C-4D2C-A768-E2EBE45FAA2F}">
      <dgm:prSet phldrT="Role" phldr="0" custT="1"/>
      <dgm:spPr/>
      <dgm:t>
        <a:bodyPr/>
        <a:lstStyle/>
        <a:p>
          <a:r>
            <a:rPr lang="en-US" sz="2000" b="0" dirty="0">
              <a:latin typeface="Arial Rounded MT Bold" panose="020F0704030504030204" pitchFamily="34" charset="0"/>
            </a:rPr>
            <a:t>Jhansi </a:t>
          </a:r>
          <a:r>
            <a:rPr lang="en-US" sz="2000" b="0" dirty="0" err="1">
              <a:latin typeface="Arial Rounded MT Bold" panose="020F0704030504030204" pitchFamily="34" charset="0"/>
            </a:rPr>
            <a:t>Iddamsetti</a:t>
          </a:r>
          <a:endParaRPr lang="en-IN" sz="2000" b="0" dirty="0">
            <a:latin typeface="Arial Rounded MT Bold" panose="020F0704030504030204" pitchFamily="34" charset="0"/>
          </a:endParaRPr>
        </a:p>
      </dgm:t>
    </dgm:pt>
    <dgm:pt modelId="{9D1890AA-625C-4B8B-BA8D-0901E0BEB9AE}" type="parTrans" cxnId="{F23CA6B9-F021-49F0-A586-1F5FF1143549}">
      <dgm:prSet/>
      <dgm:spPr/>
      <dgm:t>
        <a:bodyPr/>
        <a:lstStyle/>
        <a:p>
          <a:endParaRPr lang="en-IN"/>
        </a:p>
      </dgm:t>
    </dgm:pt>
    <dgm:pt modelId="{851BBB74-DD60-40CC-A55C-B20FB816D4B9}" type="sibTrans" cxnId="{F23CA6B9-F021-49F0-A586-1F5FF1143549}">
      <dgm:prSet/>
      <dgm:spPr/>
      <dgm:t>
        <a:bodyPr/>
        <a:lstStyle/>
        <a:p>
          <a:endParaRPr lang="en-IN"/>
        </a:p>
      </dgm:t>
    </dgm:pt>
    <dgm:pt modelId="{880ECF6A-5680-4968-AE9E-D00B072D37EE}">
      <dgm:prSet phldrT="Role" phldr="0" custT="1"/>
      <dgm:spPr/>
      <dgm:t>
        <a:bodyPr/>
        <a:lstStyle/>
        <a:p>
          <a:r>
            <a:rPr lang="en-US" sz="2000" b="0" dirty="0">
              <a:latin typeface="Arial Rounded MT Bold" panose="020F0704030504030204" pitchFamily="34" charset="0"/>
            </a:rPr>
            <a:t>Shaileja Dasari</a:t>
          </a:r>
          <a:endParaRPr lang="en-IN" sz="2000" b="0" dirty="0">
            <a:latin typeface="Arial Rounded MT Bold" panose="020F0704030504030204" pitchFamily="34" charset="0"/>
          </a:endParaRPr>
        </a:p>
      </dgm:t>
    </dgm:pt>
    <dgm:pt modelId="{2B27F01C-8B6C-4A29-902E-00B5B6E7C1A6}" type="parTrans" cxnId="{7C804599-B826-425C-B930-E0223F02BD9F}">
      <dgm:prSet/>
      <dgm:spPr/>
      <dgm:t>
        <a:bodyPr/>
        <a:lstStyle/>
        <a:p>
          <a:endParaRPr lang="en-IN"/>
        </a:p>
      </dgm:t>
    </dgm:pt>
    <dgm:pt modelId="{8085DE94-96C4-4DFB-94BD-276821F3A55A}" type="sibTrans" cxnId="{7C804599-B826-425C-B930-E0223F02BD9F}">
      <dgm:prSet/>
      <dgm:spPr/>
      <dgm:t>
        <a:bodyPr/>
        <a:lstStyle/>
        <a:p>
          <a:endParaRPr lang="en-IN"/>
        </a:p>
      </dgm:t>
    </dgm:pt>
    <dgm:pt modelId="{6195530B-9D8D-44C0-AD60-AE51568BDABB}" type="pres">
      <dgm:prSet presAssocID="{21577CF4-8404-4C77-BAC7-3D08145D8915}" presName="diagram" presStyleCnt="0">
        <dgm:presLayoutVars>
          <dgm:dir/>
          <dgm:resizeHandles val="exact"/>
        </dgm:presLayoutVars>
      </dgm:prSet>
      <dgm:spPr/>
    </dgm:pt>
    <dgm:pt modelId="{072B188C-85F2-41A1-9058-BC2888AD5DAC}" type="pres">
      <dgm:prSet presAssocID="{AA08CD03-2238-44CE-A249-707C1982727A}" presName="node" presStyleLbl="node1" presStyleIdx="0" presStyleCnt="7">
        <dgm:presLayoutVars>
          <dgm:bulletEnabled val="1"/>
        </dgm:presLayoutVars>
      </dgm:prSet>
      <dgm:spPr/>
    </dgm:pt>
    <dgm:pt modelId="{E9997C67-D720-4D68-AA9B-12B3FF57CD80}" type="pres">
      <dgm:prSet presAssocID="{F6BA739C-7DD6-43BD-9FBE-0023A834898C}" presName="sibTrans" presStyleCnt="0"/>
      <dgm:spPr/>
    </dgm:pt>
    <dgm:pt modelId="{74E90A25-1BF0-40C6-AC9B-0E530B4903D9}" type="pres">
      <dgm:prSet presAssocID="{AD146AEE-CFCC-479E-8915-E9BCA4C6BB7B}" presName="node" presStyleLbl="node1" presStyleIdx="1" presStyleCnt="7">
        <dgm:presLayoutVars>
          <dgm:bulletEnabled val="1"/>
        </dgm:presLayoutVars>
      </dgm:prSet>
      <dgm:spPr/>
    </dgm:pt>
    <dgm:pt modelId="{8C1B9094-3E00-4800-AAA1-9CB012983F58}" type="pres">
      <dgm:prSet presAssocID="{ECCFDF7B-4328-471A-A520-417EBBE9251E}" presName="sibTrans" presStyleCnt="0"/>
      <dgm:spPr/>
    </dgm:pt>
    <dgm:pt modelId="{05E48E20-E9DA-4216-AD79-D3A4CBE0A93F}" type="pres">
      <dgm:prSet presAssocID="{3CF67A88-47AF-4836-8CA9-60EDC5C717A9}" presName="node" presStyleLbl="node1" presStyleIdx="2" presStyleCnt="7">
        <dgm:presLayoutVars>
          <dgm:bulletEnabled val="1"/>
        </dgm:presLayoutVars>
      </dgm:prSet>
      <dgm:spPr/>
    </dgm:pt>
    <dgm:pt modelId="{42557624-7325-409D-9AEF-8176C6043282}" type="pres">
      <dgm:prSet presAssocID="{B288F0E7-876B-482E-A2F0-696E0DD5E69D}" presName="sibTrans" presStyleCnt="0"/>
      <dgm:spPr/>
    </dgm:pt>
    <dgm:pt modelId="{94A3A99F-E76E-4D5F-93D3-9E4D218E4C7E}" type="pres">
      <dgm:prSet presAssocID="{7134CF52-25EF-46F4-8B08-7BCDFD352806}" presName="node" presStyleLbl="node1" presStyleIdx="3" presStyleCnt="7">
        <dgm:presLayoutVars>
          <dgm:bulletEnabled val="1"/>
        </dgm:presLayoutVars>
      </dgm:prSet>
      <dgm:spPr/>
    </dgm:pt>
    <dgm:pt modelId="{6A339A1C-6F51-419A-B642-F9E34A22B49B}" type="pres">
      <dgm:prSet presAssocID="{AA75F3C3-BDD3-4675-A7F8-E77D8DC2A2E8}" presName="sibTrans" presStyleCnt="0"/>
      <dgm:spPr/>
    </dgm:pt>
    <dgm:pt modelId="{757C7076-723B-457E-BB23-3304318D0771}" type="pres">
      <dgm:prSet presAssocID="{A439324C-B794-4DB9-BF37-D74FD1F5F232}" presName="node" presStyleLbl="node1" presStyleIdx="4" presStyleCnt="7">
        <dgm:presLayoutVars>
          <dgm:bulletEnabled val="1"/>
        </dgm:presLayoutVars>
      </dgm:prSet>
      <dgm:spPr/>
    </dgm:pt>
    <dgm:pt modelId="{18967D7B-C751-4F35-9B7A-656540446FC4}" type="pres">
      <dgm:prSet presAssocID="{934C8A3D-D225-463B-B26C-463575118CC8}" presName="sibTrans" presStyleCnt="0"/>
      <dgm:spPr/>
    </dgm:pt>
    <dgm:pt modelId="{7B0EFEE5-DB9C-4131-9FA4-DC7C3CE5A2F5}" type="pres">
      <dgm:prSet presAssocID="{BF291683-1C0C-4D2C-A768-E2EBE45FAA2F}" presName="node" presStyleLbl="node1" presStyleIdx="5" presStyleCnt="7">
        <dgm:presLayoutVars>
          <dgm:bulletEnabled val="1"/>
        </dgm:presLayoutVars>
      </dgm:prSet>
      <dgm:spPr/>
    </dgm:pt>
    <dgm:pt modelId="{2480B496-9ABC-4CFE-B755-28779A04FB9C}" type="pres">
      <dgm:prSet presAssocID="{851BBB74-DD60-40CC-A55C-B20FB816D4B9}" presName="sibTrans" presStyleCnt="0"/>
      <dgm:spPr/>
    </dgm:pt>
    <dgm:pt modelId="{9A62D0F9-720B-4C23-ADFF-DBB270258CC0}" type="pres">
      <dgm:prSet presAssocID="{880ECF6A-5680-4968-AE9E-D00B072D37EE}" presName="node" presStyleLbl="node1" presStyleIdx="6" presStyleCnt="7">
        <dgm:presLayoutVars>
          <dgm:bulletEnabled val="1"/>
        </dgm:presLayoutVars>
      </dgm:prSet>
      <dgm:spPr/>
    </dgm:pt>
  </dgm:ptLst>
  <dgm:cxnLst>
    <dgm:cxn modelId="{711EBF04-6118-4DD9-9860-7BB623E93C1C}" type="presOf" srcId="{880ECF6A-5680-4968-AE9E-D00B072D37EE}" destId="{9A62D0F9-720B-4C23-ADFF-DBB270258CC0}" srcOrd="0" destOrd="0" presId="urn:microsoft.com/office/officeart/2005/8/layout/default"/>
    <dgm:cxn modelId="{4E50D225-BFDF-43C3-A4A5-166073AB03B3}" type="presOf" srcId="{BF291683-1C0C-4D2C-A768-E2EBE45FAA2F}" destId="{7B0EFEE5-DB9C-4131-9FA4-DC7C3CE5A2F5}" srcOrd="0" destOrd="0" presId="urn:microsoft.com/office/officeart/2005/8/layout/default"/>
    <dgm:cxn modelId="{39334D34-F1DE-4B2B-8E68-40EDCDF67415}" type="presOf" srcId="{A439324C-B794-4DB9-BF37-D74FD1F5F232}" destId="{757C7076-723B-457E-BB23-3304318D0771}" srcOrd="0" destOrd="0" presId="urn:microsoft.com/office/officeart/2005/8/layout/default"/>
    <dgm:cxn modelId="{DC6EEF5F-E04F-4335-855E-FF0E33B61EB8}" type="presOf" srcId="{21577CF4-8404-4C77-BAC7-3D08145D8915}" destId="{6195530B-9D8D-44C0-AD60-AE51568BDABB}" srcOrd="0" destOrd="0" presId="urn:microsoft.com/office/officeart/2005/8/layout/default"/>
    <dgm:cxn modelId="{AFCFF652-1D15-44E2-A5E1-92CD1892B35B}" srcId="{21577CF4-8404-4C77-BAC7-3D08145D8915}" destId="{3CF67A88-47AF-4836-8CA9-60EDC5C717A9}" srcOrd="2" destOrd="0" parTransId="{C27405C8-7CCA-45C6-979B-1E3B25DC2F1B}" sibTransId="{B288F0E7-876B-482E-A2F0-696E0DD5E69D}"/>
    <dgm:cxn modelId="{7C804599-B826-425C-B930-E0223F02BD9F}" srcId="{21577CF4-8404-4C77-BAC7-3D08145D8915}" destId="{880ECF6A-5680-4968-AE9E-D00B072D37EE}" srcOrd="6" destOrd="0" parTransId="{2B27F01C-8B6C-4A29-902E-00B5B6E7C1A6}" sibTransId="{8085DE94-96C4-4DFB-94BD-276821F3A55A}"/>
    <dgm:cxn modelId="{4EF45DB7-0E19-48D4-9635-2F308488018F}" srcId="{21577CF4-8404-4C77-BAC7-3D08145D8915}" destId="{7134CF52-25EF-46F4-8B08-7BCDFD352806}" srcOrd="3" destOrd="0" parTransId="{06A61508-6D64-439D-956E-8657E5EEEF3A}" sibTransId="{AA75F3C3-BDD3-4675-A7F8-E77D8DC2A2E8}"/>
    <dgm:cxn modelId="{70D28AB8-CE41-4806-ACA0-BDA127CCFA11}" srcId="{21577CF4-8404-4C77-BAC7-3D08145D8915}" destId="{AD146AEE-CFCC-479E-8915-E9BCA4C6BB7B}" srcOrd="1" destOrd="0" parTransId="{F1CAFCCC-93E3-4A6B-A475-3EAA76D2B318}" sibTransId="{ECCFDF7B-4328-471A-A520-417EBBE9251E}"/>
    <dgm:cxn modelId="{F23CA6B9-F021-49F0-A586-1F5FF1143549}" srcId="{21577CF4-8404-4C77-BAC7-3D08145D8915}" destId="{BF291683-1C0C-4D2C-A768-E2EBE45FAA2F}" srcOrd="5" destOrd="0" parTransId="{9D1890AA-625C-4B8B-BA8D-0901E0BEB9AE}" sibTransId="{851BBB74-DD60-40CC-A55C-B20FB816D4B9}"/>
    <dgm:cxn modelId="{51FFA6C9-B991-4BDE-BCFF-E1337CA6F477}" type="presOf" srcId="{AA08CD03-2238-44CE-A249-707C1982727A}" destId="{072B188C-85F2-41A1-9058-BC2888AD5DAC}" srcOrd="0" destOrd="0" presId="urn:microsoft.com/office/officeart/2005/8/layout/default"/>
    <dgm:cxn modelId="{7B747FD8-7AD2-40EF-906C-0E409F78E9A3}" srcId="{21577CF4-8404-4C77-BAC7-3D08145D8915}" destId="{AA08CD03-2238-44CE-A249-707C1982727A}" srcOrd="0" destOrd="0" parTransId="{C1B0F784-7BDF-456E-BF94-1D9571EF9B38}" sibTransId="{F6BA739C-7DD6-43BD-9FBE-0023A834898C}"/>
    <dgm:cxn modelId="{CA95ABD9-4D66-4AD7-A02D-5C19984A154A}" type="presOf" srcId="{7134CF52-25EF-46F4-8B08-7BCDFD352806}" destId="{94A3A99F-E76E-4D5F-93D3-9E4D218E4C7E}" srcOrd="0" destOrd="0" presId="urn:microsoft.com/office/officeart/2005/8/layout/default"/>
    <dgm:cxn modelId="{1A7BEEDF-9EE6-44F3-8DD6-801F18EA2F02}" srcId="{21577CF4-8404-4C77-BAC7-3D08145D8915}" destId="{A439324C-B794-4DB9-BF37-D74FD1F5F232}" srcOrd="4" destOrd="0" parTransId="{61AF6557-F269-4F1C-A364-6A8E3CA57FA7}" sibTransId="{934C8A3D-D225-463B-B26C-463575118CC8}"/>
    <dgm:cxn modelId="{9020E5F6-E081-42E7-BB04-FA36B77E4066}" type="presOf" srcId="{AD146AEE-CFCC-479E-8915-E9BCA4C6BB7B}" destId="{74E90A25-1BF0-40C6-AC9B-0E530B4903D9}" srcOrd="0" destOrd="0" presId="urn:microsoft.com/office/officeart/2005/8/layout/default"/>
    <dgm:cxn modelId="{6CDC8BFB-5B4D-4998-B2FE-0ACEBDBA4B01}" type="presOf" srcId="{3CF67A88-47AF-4836-8CA9-60EDC5C717A9}" destId="{05E48E20-E9DA-4216-AD79-D3A4CBE0A93F}" srcOrd="0" destOrd="0" presId="urn:microsoft.com/office/officeart/2005/8/layout/default"/>
    <dgm:cxn modelId="{D48287F7-8B60-4D35-9146-5B0567110EF1}" type="presParOf" srcId="{6195530B-9D8D-44C0-AD60-AE51568BDABB}" destId="{072B188C-85F2-41A1-9058-BC2888AD5DAC}" srcOrd="0" destOrd="0" presId="urn:microsoft.com/office/officeart/2005/8/layout/default"/>
    <dgm:cxn modelId="{C776A902-C4DD-4D65-9E96-62E267B5EA87}" type="presParOf" srcId="{6195530B-9D8D-44C0-AD60-AE51568BDABB}" destId="{E9997C67-D720-4D68-AA9B-12B3FF57CD80}" srcOrd="1" destOrd="0" presId="urn:microsoft.com/office/officeart/2005/8/layout/default"/>
    <dgm:cxn modelId="{9716BFEF-546A-434C-B8B7-E963B04213C4}" type="presParOf" srcId="{6195530B-9D8D-44C0-AD60-AE51568BDABB}" destId="{74E90A25-1BF0-40C6-AC9B-0E530B4903D9}" srcOrd="2" destOrd="0" presId="urn:microsoft.com/office/officeart/2005/8/layout/default"/>
    <dgm:cxn modelId="{B3A404EA-1A2C-4CD1-A7E9-CA1F28579696}" type="presParOf" srcId="{6195530B-9D8D-44C0-AD60-AE51568BDABB}" destId="{8C1B9094-3E00-4800-AAA1-9CB012983F58}" srcOrd="3" destOrd="0" presId="urn:microsoft.com/office/officeart/2005/8/layout/default"/>
    <dgm:cxn modelId="{224A8AC9-90B0-4304-97DE-4F0C79F0029C}" type="presParOf" srcId="{6195530B-9D8D-44C0-AD60-AE51568BDABB}" destId="{05E48E20-E9DA-4216-AD79-D3A4CBE0A93F}" srcOrd="4" destOrd="0" presId="urn:microsoft.com/office/officeart/2005/8/layout/default"/>
    <dgm:cxn modelId="{58A19F1D-89C3-4A3B-BC17-89124AF657BE}" type="presParOf" srcId="{6195530B-9D8D-44C0-AD60-AE51568BDABB}" destId="{42557624-7325-409D-9AEF-8176C6043282}" srcOrd="5" destOrd="0" presId="urn:microsoft.com/office/officeart/2005/8/layout/default"/>
    <dgm:cxn modelId="{E2165C22-47D8-4193-B981-1ABE9D72FF03}" type="presParOf" srcId="{6195530B-9D8D-44C0-AD60-AE51568BDABB}" destId="{94A3A99F-E76E-4D5F-93D3-9E4D218E4C7E}" srcOrd="6" destOrd="0" presId="urn:microsoft.com/office/officeart/2005/8/layout/default"/>
    <dgm:cxn modelId="{7B9AD2D8-4140-4A9E-85A1-57EEC02B6815}" type="presParOf" srcId="{6195530B-9D8D-44C0-AD60-AE51568BDABB}" destId="{6A339A1C-6F51-419A-B642-F9E34A22B49B}" srcOrd="7" destOrd="0" presId="urn:microsoft.com/office/officeart/2005/8/layout/default"/>
    <dgm:cxn modelId="{DC644EBE-7E95-43D3-95CF-572B06F745D8}" type="presParOf" srcId="{6195530B-9D8D-44C0-AD60-AE51568BDABB}" destId="{757C7076-723B-457E-BB23-3304318D0771}" srcOrd="8" destOrd="0" presId="urn:microsoft.com/office/officeart/2005/8/layout/default"/>
    <dgm:cxn modelId="{996C1194-5260-4210-85CA-5FB5F644D105}" type="presParOf" srcId="{6195530B-9D8D-44C0-AD60-AE51568BDABB}" destId="{18967D7B-C751-4F35-9B7A-656540446FC4}" srcOrd="9" destOrd="0" presId="urn:microsoft.com/office/officeart/2005/8/layout/default"/>
    <dgm:cxn modelId="{6E33A80A-2966-474F-A6C1-CCF021DC6908}" type="presParOf" srcId="{6195530B-9D8D-44C0-AD60-AE51568BDABB}" destId="{7B0EFEE5-DB9C-4131-9FA4-DC7C3CE5A2F5}" srcOrd="10" destOrd="0" presId="urn:microsoft.com/office/officeart/2005/8/layout/default"/>
    <dgm:cxn modelId="{BD3FE0EF-2539-4803-A53C-F6D53DEFE8F4}" type="presParOf" srcId="{6195530B-9D8D-44C0-AD60-AE51568BDABB}" destId="{2480B496-9ABC-4CFE-B755-28779A04FB9C}" srcOrd="11" destOrd="0" presId="urn:microsoft.com/office/officeart/2005/8/layout/default"/>
    <dgm:cxn modelId="{4FBE6B38-BD71-4566-84DE-3C93283ACCEB}" type="presParOf" srcId="{6195530B-9D8D-44C0-AD60-AE51568BDABB}" destId="{9A62D0F9-720B-4C23-ADFF-DBB270258CC0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0B0CE2-8F9A-4EA6-BEF6-A3446BC20837}" type="doc">
      <dgm:prSet loTypeId="urn:microsoft.com/office/officeart/2005/8/layout/default" loCatId="list" qsTypeId="urn:microsoft.com/office/officeart/2005/8/quickstyle/simple4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608FCA02-E6CE-4D5C-A17B-05FA89673C72}">
      <dgm:prSet phldrT="[Text]"/>
      <dgm:spPr/>
      <dgm:t>
        <a:bodyPr/>
        <a:lstStyle/>
        <a:p>
          <a:pPr>
            <a:buNone/>
          </a:pPr>
          <a:r>
            <a:rPr lang="en-IN" b="1"/>
            <a:t>Portfolio Performance</a:t>
          </a:r>
          <a:br>
            <a:rPr lang="en-IN"/>
          </a:br>
          <a:r>
            <a:rPr lang="en-IN"/>
            <a:t>Evaluate overall loan portfolio performance.</a:t>
          </a:r>
          <a:endParaRPr lang="en-IN" dirty="0"/>
        </a:p>
      </dgm:t>
    </dgm:pt>
    <dgm:pt modelId="{9E520845-56DB-4DE8-BD05-49E9F068CA7E}" type="parTrans" cxnId="{A063F6F3-5B02-47C5-ABE3-8EAA92D4581F}">
      <dgm:prSet/>
      <dgm:spPr/>
      <dgm:t>
        <a:bodyPr/>
        <a:lstStyle/>
        <a:p>
          <a:endParaRPr lang="en-IN"/>
        </a:p>
      </dgm:t>
    </dgm:pt>
    <dgm:pt modelId="{D45C0D54-D6DE-4448-90B6-4F38EC0FF22D}" type="sibTrans" cxnId="{A063F6F3-5B02-47C5-ABE3-8EAA92D4581F}">
      <dgm:prSet/>
      <dgm:spPr/>
      <dgm:t>
        <a:bodyPr/>
        <a:lstStyle/>
        <a:p>
          <a:endParaRPr lang="en-IN"/>
        </a:p>
      </dgm:t>
    </dgm:pt>
    <dgm:pt modelId="{FABA360B-1DF7-49EE-A82B-81D343E93E68}">
      <dgm:prSet phldrT="[Text]"/>
      <dgm:spPr/>
      <dgm:t>
        <a:bodyPr/>
        <a:lstStyle/>
        <a:p>
          <a:pPr>
            <a:buNone/>
          </a:pPr>
          <a:r>
            <a:rPr lang="en-IN" b="1"/>
            <a:t>Loan Growth</a:t>
          </a:r>
          <a:br>
            <a:rPr lang="en-IN"/>
          </a:br>
          <a:r>
            <a:rPr lang="en-IN"/>
            <a:t>Analyze yearly loan amount and loan volume.</a:t>
          </a:r>
          <a:endParaRPr lang="en-IN" dirty="0"/>
        </a:p>
      </dgm:t>
    </dgm:pt>
    <dgm:pt modelId="{6B297E23-16CD-4173-A5DA-D8CE302E4E83}" type="parTrans" cxnId="{5A0866FC-B535-4B94-85B6-299D0A9FE001}">
      <dgm:prSet/>
      <dgm:spPr/>
      <dgm:t>
        <a:bodyPr/>
        <a:lstStyle/>
        <a:p>
          <a:endParaRPr lang="en-IN"/>
        </a:p>
      </dgm:t>
    </dgm:pt>
    <dgm:pt modelId="{FB11AFAA-4F8F-472A-9B7B-837EB8A8EBB9}" type="sibTrans" cxnId="{5A0866FC-B535-4B94-85B6-299D0A9FE001}">
      <dgm:prSet/>
      <dgm:spPr/>
      <dgm:t>
        <a:bodyPr/>
        <a:lstStyle/>
        <a:p>
          <a:endParaRPr lang="en-IN"/>
        </a:p>
      </dgm:t>
    </dgm:pt>
    <dgm:pt modelId="{05182F4E-5007-4CF1-91DD-6367CC73A964}">
      <dgm:prSet phldrT="[Text]"/>
      <dgm:spPr/>
      <dgm:t>
        <a:bodyPr/>
        <a:lstStyle/>
        <a:p>
          <a:pPr>
            <a:buNone/>
          </a:pPr>
          <a:r>
            <a:rPr lang="en-IN" b="1" dirty="0"/>
            <a:t>Loan Status</a:t>
          </a:r>
          <a:br>
            <a:rPr lang="en-IN" dirty="0"/>
          </a:br>
          <a:r>
            <a:rPr lang="en-IN" dirty="0"/>
            <a:t>Understand Current and Charged-Off loans.</a:t>
          </a:r>
        </a:p>
      </dgm:t>
    </dgm:pt>
    <dgm:pt modelId="{1B9E2479-4E60-4261-B93B-30275C8A0E21}" type="parTrans" cxnId="{9761639C-97E6-47B8-ADDD-768AFF2D5C3D}">
      <dgm:prSet/>
      <dgm:spPr/>
      <dgm:t>
        <a:bodyPr/>
        <a:lstStyle/>
        <a:p>
          <a:endParaRPr lang="en-IN"/>
        </a:p>
      </dgm:t>
    </dgm:pt>
    <dgm:pt modelId="{51D9DD0C-D5E1-433F-AF7E-B362995A56FF}" type="sibTrans" cxnId="{9761639C-97E6-47B8-ADDD-768AFF2D5C3D}">
      <dgm:prSet/>
      <dgm:spPr/>
      <dgm:t>
        <a:bodyPr/>
        <a:lstStyle/>
        <a:p>
          <a:endParaRPr lang="en-IN"/>
        </a:p>
      </dgm:t>
    </dgm:pt>
    <dgm:pt modelId="{7BF24A93-913C-4802-A4BE-652821466AA1}">
      <dgm:prSet phldrT="[Text]"/>
      <dgm:spPr/>
      <dgm:t>
        <a:bodyPr/>
        <a:lstStyle/>
        <a:p>
          <a:pPr>
            <a:buNone/>
          </a:pPr>
          <a:r>
            <a:rPr lang="en-IN" b="1"/>
            <a:t>Borrowing Patterns</a:t>
          </a:r>
          <a:br>
            <a:rPr lang="en-IN"/>
          </a:br>
          <a:r>
            <a:rPr lang="en-IN"/>
            <a:t>Identify major loan purposes.</a:t>
          </a:r>
          <a:endParaRPr lang="en-IN" dirty="0"/>
        </a:p>
      </dgm:t>
    </dgm:pt>
    <dgm:pt modelId="{F7B3CD1D-6F00-4361-8AE9-989955441654}" type="parTrans" cxnId="{6709A82D-7947-47B9-9EE5-00EB926B30C0}">
      <dgm:prSet/>
      <dgm:spPr/>
      <dgm:t>
        <a:bodyPr/>
        <a:lstStyle/>
        <a:p>
          <a:endParaRPr lang="en-IN"/>
        </a:p>
      </dgm:t>
    </dgm:pt>
    <dgm:pt modelId="{10809E95-F5CE-48E3-AD05-1CBA948AE574}" type="sibTrans" cxnId="{6709A82D-7947-47B9-9EE5-00EB926B30C0}">
      <dgm:prSet/>
      <dgm:spPr/>
      <dgm:t>
        <a:bodyPr/>
        <a:lstStyle/>
        <a:p>
          <a:endParaRPr lang="en-IN"/>
        </a:p>
      </dgm:t>
    </dgm:pt>
    <dgm:pt modelId="{4C04F9DA-C78F-48B3-AABF-6A7FC37F0282}">
      <dgm:prSet phldrT="[Text]"/>
      <dgm:spPr/>
      <dgm:t>
        <a:bodyPr/>
        <a:lstStyle/>
        <a:p>
          <a:pPr>
            <a:buNone/>
          </a:pPr>
          <a:r>
            <a:rPr lang="en-IN" b="1" dirty="0"/>
            <a:t>Geographic Analysis</a:t>
          </a:r>
          <a:br>
            <a:rPr lang="en-IN" dirty="0"/>
          </a:br>
          <a:r>
            <a:rPr lang="en-IN" dirty="0"/>
            <a:t>Identify high-lending states.</a:t>
          </a:r>
        </a:p>
      </dgm:t>
    </dgm:pt>
    <dgm:pt modelId="{314004E9-1072-449B-A5F3-B9A75DBF1648}" type="parTrans" cxnId="{006300A5-41ED-4958-B99F-802951B0D6A4}">
      <dgm:prSet/>
      <dgm:spPr/>
      <dgm:t>
        <a:bodyPr/>
        <a:lstStyle/>
        <a:p>
          <a:endParaRPr lang="en-IN"/>
        </a:p>
      </dgm:t>
    </dgm:pt>
    <dgm:pt modelId="{24B54261-D56D-425B-8F53-BF84978C9695}" type="sibTrans" cxnId="{006300A5-41ED-4958-B99F-802951B0D6A4}">
      <dgm:prSet/>
      <dgm:spPr/>
      <dgm:t>
        <a:bodyPr/>
        <a:lstStyle/>
        <a:p>
          <a:endParaRPr lang="en-IN"/>
        </a:p>
      </dgm:t>
    </dgm:pt>
    <dgm:pt modelId="{6250C2B9-66EE-43F2-927C-7960F5A6514F}">
      <dgm:prSet phldrT="[Text]"/>
      <dgm:spPr/>
      <dgm:t>
        <a:bodyPr/>
        <a:lstStyle/>
        <a:p>
          <a:pPr>
            <a:buNone/>
          </a:pPr>
          <a:r>
            <a:rPr lang="en-IN" b="1"/>
            <a:t>Risk &amp; Payments</a:t>
          </a:r>
          <a:br>
            <a:rPr lang="en-IN"/>
          </a:br>
          <a:r>
            <a:rPr lang="en-IN"/>
            <a:t>Analyze verification and payment patterns.</a:t>
          </a:r>
          <a:endParaRPr lang="en-IN" dirty="0"/>
        </a:p>
      </dgm:t>
    </dgm:pt>
    <dgm:pt modelId="{FC3AFB31-B79D-4ACF-B247-C12F6E7DD650}" type="parTrans" cxnId="{94666738-B1CF-40BB-A236-8A3A3A85A64B}">
      <dgm:prSet/>
      <dgm:spPr/>
      <dgm:t>
        <a:bodyPr/>
        <a:lstStyle/>
        <a:p>
          <a:endParaRPr lang="en-IN"/>
        </a:p>
      </dgm:t>
    </dgm:pt>
    <dgm:pt modelId="{9A12E879-21AB-416C-B3BE-D83625F7B68D}" type="sibTrans" cxnId="{94666738-B1CF-40BB-A236-8A3A3A85A64B}">
      <dgm:prSet/>
      <dgm:spPr/>
      <dgm:t>
        <a:bodyPr/>
        <a:lstStyle/>
        <a:p>
          <a:endParaRPr lang="en-IN"/>
        </a:p>
      </dgm:t>
    </dgm:pt>
    <dgm:pt modelId="{E97F79D5-5978-4B64-BD31-DD64B5EB75F6}" type="pres">
      <dgm:prSet presAssocID="{330B0CE2-8F9A-4EA6-BEF6-A3446BC20837}" presName="diagram" presStyleCnt="0">
        <dgm:presLayoutVars>
          <dgm:dir/>
          <dgm:resizeHandles val="exact"/>
        </dgm:presLayoutVars>
      </dgm:prSet>
      <dgm:spPr/>
    </dgm:pt>
    <dgm:pt modelId="{F21DF8F4-07F3-4871-A864-1F837F8ACC4E}" type="pres">
      <dgm:prSet presAssocID="{608FCA02-E6CE-4D5C-A17B-05FA89673C72}" presName="node" presStyleLbl="node1" presStyleIdx="0" presStyleCnt="6">
        <dgm:presLayoutVars>
          <dgm:bulletEnabled val="1"/>
        </dgm:presLayoutVars>
      </dgm:prSet>
      <dgm:spPr/>
    </dgm:pt>
    <dgm:pt modelId="{682F3435-3479-4B15-B014-A0FFDF9B10EB}" type="pres">
      <dgm:prSet presAssocID="{D45C0D54-D6DE-4448-90B6-4F38EC0FF22D}" presName="sibTrans" presStyleCnt="0"/>
      <dgm:spPr/>
    </dgm:pt>
    <dgm:pt modelId="{6D23B07A-1178-4FDA-AB3A-5B8115B2FB53}" type="pres">
      <dgm:prSet presAssocID="{FABA360B-1DF7-49EE-A82B-81D343E93E68}" presName="node" presStyleLbl="node1" presStyleIdx="1" presStyleCnt="6">
        <dgm:presLayoutVars>
          <dgm:bulletEnabled val="1"/>
        </dgm:presLayoutVars>
      </dgm:prSet>
      <dgm:spPr/>
    </dgm:pt>
    <dgm:pt modelId="{9D28BBE4-D6C8-48A2-8788-983466C72269}" type="pres">
      <dgm:prSet presAssocID="{FB11AFAA-4F8F-472A-9B7B-837EB8A8EBB9}" presName="sibTrans" presStyleCnt="0"/>
      <dgm:spPr/>
    </dgm:pt>
    <dgm:pt modelId="{0D9AF240-6E87-4800-8275-2B986D12EB82}" type="pres">
      <dgm:prSet presAssocID="{05182F4E-5007-4CF1-91DD-6367CC73A964}" presName="node" presStyleLbl="node1" presStyleIdx="2" presStyleCnt="6">
        <dgm:presLayoutVars>
          <dgm:bulletEnabled val="1"/>
        </dgm:presLayoutVars>
      </dgm:prSet>
      <dgm:spPr/>
    </dgm:pt>
    <dgm:pt modelId="{C8476849-B1A6-4D07-B087-F414F704E6E0}" type="pres">
      <dgm:prSet presAssocID="{51D9DD0C-D5E1-433F-AF7E-B362995A56FF}" presName="sibTrans" presStyleCnt="0"/>
      <dgm:spPr/>
    </dgm:pt>
    <dgm:pt modelId="{733B3AFB-F649-4EDE-9909-F92F9E4667CE}" type="pres">
      <dgm:prSet presAssocID="{7BF24A93-913C-4802-A4BE-652821466AA1}" presName="node" presStyleLbl="node1" presStyleIdx="3" presStyleCnt="6">
        <dgm:presLayoutVars>
          <dgm:bulletEnabled val="1"/>
        </dgm:presLayoutVars>
      </dgm:prSet>
      <dgm:spPr/>
    </dgm:pt>
    <dgm:pt modelId="{C6C603DD-B3A4-4C77-B013-F266458D1D45}" type="pres">
      <dgm:prSet presAssocID="{10809E95-F5CE-48E3-AD05-1CBA948AE574}" presName="sibTrans" presStyleCnt="0"/>
      <dgm:spPr/>
    </dgm:pt>
    <dgm:pt modelId="{9AE9EF19-1220-4541-8FEE-6272B0439D0B}" type="pres">
      <dgm:prSet presAssocID="{4C04F9DA-C78F-48B3-AABF-6A7FC37F0282}" presName="node" presStyleLbl="node1" presStyleIdx="4" presStyleCnt="6">
        <dgm:presLayoutVars>
          <dgm:bulletEnabled val="1"/>
        </dgm:presLayoutVars>
      </dgm:prSet>
      <dgm:spPr/>
    </dgm:pt>
    <dgm:pt modelId="{3F6505A7-D137-45E5-87EF-6D264C6B6451}" type="pres">
      <dgm:prSet presAssocID="{24B54261-D56D-425B-8F53-BF84978C9695}" presName="sibTrans" presStyleCnt="0"/>
      <dgm:spPr/>
    </dgm:pt>
    <dgm:pt modelId="{5EE4C18B-B8A5-4E45-81E3-08F0AEE5A9C2}" type="pres">
      <dgm:prSet presAssocID="{6250C2B9-66EE-43F2-927C-7960F5A6514F}" presName="node" presStyleLbl="node1" presStyleIdx="5" presStyleCnt="6">
        <dgm:presLayoutVars>
          <dgm:bulletEnabled val="1"/>
        </dgm:presLayoutVars>
      </dgm:prSet>
      <dgm:spPr/>
    </dgm:pt>
  </dgm:ptLst>
  <dgm:cxnLst>
    <dgm:cxn modelId="{0424E304-2AF2-4FD9-97F2-CD1EC992FA1A}" type="presOf" srcId="{608FCA02-E6CE-4D5C-A17B-05FA89673C72}" destId="{F21DF8F4-07F3-4871-A864-1F837F8ACC4E}" srcOrd="0" destOrd="0" presId="urn:microsoft.com/office/officeart/2005/8/layout/default"/>
    <dgm:cxn modelId="{6709A82D-7947-47B9-9EE5-00EB926B30C0}" srcId="{330B0CE2-8F9A-4EA6-BEF6-A3446BC20837}" destId="{7BF24A93-913C-4802-A4BE-652821466AA1}" srcOrd="3" destOrd="0" parTransId="{F7B3CD1D-6F00-4361-8AE9-989955441654}" sibTransId="{10809E95-F5CE-48E3-AD05-1CBA948AE574}"/>
    <dgm:cxn modelId="{94666738-B1CF-40BB-A236-8A3A3A85A64B}" srcId="{330B0CE2-8F9A-4EA6-BEF6-A3446BC20837}" destId="{6250C2B9-66EE-43F2-927C-7960F5A6514F}" srcOrd="5" destOrd="0" parTransId="{FC3AFB31-B79D-4ACF-B247-C12F6E7DD650}" sibTransId="{9A12E879-21AB-416C-B3BE-D83625F7B68D}"/>
    <dgm:cxn modelId="{1F417645-805C-4078-AD16-7830A7CAB7DA}" type="presOf" srcId="{FABA360B-1DF7-49EE-A82B-81D343E93E68}" destId="{6D23B07A-1178-4FDA-AB3A-5B8115B2FB53}" srcOrd="0" destOrd="0" presId="urn:microsoft.com/office/officeart/2005/8/layout/default"/>
    <dgm:cxn modelId="{10BF6370-9317-4645-8EBB-286F41CA7B44}" type="presOf" srcId="{4C04F9DA-C78F-48B3-AABF-6A7FC37F0282}" destId="{9AE9EF19-1220-4541-8FEE-6272B0439D0B}" srcOrd="0" destOrd="0" presId="urn:microsoft.com/office/officeart/2005/8/layout/default"/>
    <dgm:cxn modelId="{82BEF68B-DE95-4B8A-8933-C12FB9464A83}" type="presOf" srcId="{05182F4E-5007-4CF1-91DD-6367CC73A964}" destId="{0D9AF240-6E87-4800-8275-2B986D12EB82}" srcOrd="0" destOrd="0" presId="urn:microsoft.com/office/officeart/2005/8/layout/default"/>
    <dgm:cxn modelId="{9761639C-97E6-47B8-ADDD-768AFF2D5C3D}" srcId="{330B0CE2-8F9A-4EA6-BEF6-A3446BC20837}" destId="{05182F4E-5007-4CF1-91DD-6367CC73A964}" srcOrd="2" destOrd="0" parTransId="{1B9E2479-4E60-4261-B93B-30275C8A0E21}" sibTransId="{51D9DD0C-D5E1-433F-AF7E-B362995A56FF}"/>
    <dgm:cxn modelId="{006300A5-41ED-4958-B99F-802951B0D6A4}" srcId="{330B0CE2-8F9A-4EA6-BEF6-A3446BC20837}" destId="{4C04F9DA-C78F-48B3-AABF-6A7FC37F0282}" srcOrd="4" destOrd="0" parTransId="{314004E9-1072-449B-A5F3-B9A75DBF1648}" sibTransId="{24B54261-D56D-425B-8F53-BF84978C9695}"/>
    <dgm:cxn modelId="{4E5678B8-6807-4BC9-B3B3-687AB29BA059}" type="presOf" srcId="{330B0CE2-8F9A-4EA6-BEF6-A3446BC20837}" destId="{E97F79D5-5978-4B64-BD31-DD64B5EB75F6}" srcOrd="0" destOrd="0" presId="urn:microsoft.com/office/officeart/2005/8/layout/default"/>
    <dgm:cxn modelId="{212E71CA-AB76-440B-8803-D02B423BCDCB}" type="presOf" srcId="{6250C2B9-66EE-43F2-927C-7960F5A6514F}" destId="{5EE4C18B-B8A5-4E45-81E3-08F0AEE5A9C2}" srcOrd="0" destOrd="0" presId="urn:microsoft.com/office/officeart/2005/8/layout/default"/>
    <dgm:cxn modelId="{A063F6F3-5B02-47C5-ABE3-8EAA92D4581F}" srcId="{330B0CE2-8F9A-4EA6-BEF6-A3446BC20837}" destId="{608FCA02-E6CE-4D5C-A17B-05FA89673C72}" srcOrd="0" destOrd="0" parTransId="{9E520845-56DB-4DE8-BD05-49E9F068CA7E}" sibTransId="{D45C0D54-D6DE-4448-90B6-4F38EC0FF22D}"/>
    <dgm:cxn modelId="{5A0866FC-B535-4B94-85B6-299D0A9FE001}" srcId="{330B0CE2-8F9A-4EA6-BEF6-A3446BC20837}" destId="{FABA360B-1DF7-49EE-A82B-81D343E93E68}" srcOrd="1" destOrd="0" parTransId="{6B297E23-16CD-4173-A5DA-D8CE302E4E83}" sibTransId="{FB11AFAA-4F8F-472A-9B7B-837EB8A8EBB9}"/>
    <dgm:cxn modelId="{2437F8FE-50F7-4DE1-8C1C-9C3F8D2E9F61}" type="presOf" srcId="{7BF24A93-913C-4802-A4BE-652821466AA1}" destId="{733B3AFB-F649-4EDE-9909-F92F9E4667CE}" srcOrd="0" destOrd="0" presId="urn:microsoft.com/office/officeart/2005/8/layout/default"/>
    <dgm:cxn modelId="{F1F3E0CB-AEA8-4AEB-9E92-D3E1696D0DA7}" type="presParOf" srcId="{E97F79D5-5978-4B64-BD31-DD64B5EB75F6}" destId="{F21DF8F4-07F3-4871-A864-1F837F8ACC4E}" srcOrd="0" destOrd="0" presId="urn:microsoft.com/office/officeart/2005/8/layout/default"/>
    <dgm:cxn modelId="{6A2CAD89-6C1E-4208-ABF0-8BE830E8E096}" type="presParOf" srcId="{E97F79D5-5978-4B64-BD31-DD64B5EB75F6}" destId="{682F3435-3479-4B15-B014-A0FFDF9B10EB}" srcOrd="1" destOrd="0" presId="urn:microsoft.com/office/officeart/2005/8/layout/default"/>
    <dgm:cxn modelId="{C09849F1-EB71-4269-935F-CD7EBAD4CDCE}" type="presParOf" srcId="{E97F79D5-5978-4B64-BD31-DD64B5EB75F6}" destId="{6D23B07A-1178-4FDA-AB3A-5B8115B2FB53}" srcOrd="2" destOrd="0" presId="urn:microsoft.com/office/officeart/2005/8/layout/default"/>
    <dgm:cxn modelId="{5F3C75FE-4FCA-4B87-9C11-E97ECBF48B2A}" type="presParOf" srcId="{E97F79D5-5978-4B64-BD31-DD64B5EB75F6}" destId="{9D28BBE4-D6C8-48A2-8788-983466C72269}" srcOrd="3" destOrd="0" presId="urn:microsoft.com/office/officeart/2005/8/layout/default"/>
    <dgm:cxn modelId="{B07C39E3-1A11-4D06-BE26-53986A937B59}" type="presParOf" srcId="{E97F79D5-5978-4B64-BD31-DD64B5EB75F6}" destId="{0D9AF240-6E87-4800-8275-2B986D12EB82}" srcOrd="4" destOrd="0" presId="urn:microsoft.com/office/officeart/2005/8/layout/default"/>
    <dgm:cxn modelId="{629C4254-6D36-4D8B-92FB-13123624EFFF}" type="presParOf" srcId="{E97F79D5-5978-4B64-BD31-DD64B5EB75F6}" destId="{C8476849-B1A6-4D07-B087-F414F704E6E0}" srcOrd="5" destOrd="0" presId="urn:microsoft.com/office/officeart/2005/8/layout/default"/>
    <dgm:cxn modelId="{C444BDA1-20FF-4BA8-8C49-536A26E28F37}" type="presParOf" srcId="{E97F79D5-5978-4B64-BD31-DD64B5EB75F6}" destId="{733B3AFB-F649-4EDE-9909-F92F9E4667CE}" srcOrd="6" destOrd="0" presId="urn:microsoft.com/office/officeart/2005/8/layout/default"/>
    <dgm:cxn modelId="{DB1AC170-CFD8-4136-8500-F986B93AFAA8}" type="presParOf" srcId="{E97F79D5-5978-4B64-BD31-DD64B5EB75F6}" destId="{C6C603DD-B3A4-4C77-B013-F266458D1D45}" srcOrd="7" destOrd="0" presId="urn:microsoft.com/office/officeart/2005/8/layout/default"/>
    <dgm:cxn modelId="{B1B23461-46EF-4B04-8BF8-AC4D64C3E07B}" type="presParOf" srcId="{E97F79D5-5978-4B64-BD31-DD64B5EB75F6}" destId="{9AE9EF19-1220-4541-8FEE-6272B0439D0B}" srcOrd="8" destOrd="0" presId="urn:microsoft.com/office/officeart/2005/8/layout/default"/>
    <dgm:cxn modelId="{C121C5EE-8553-4D03-8B96-7AD86FC71C8D}" type="presParOf" srcId="{E97F79D5-5978-4B64-BD31-DD64B5EB75F6}" destId="{3F6505A7-D137-45E5-87EF-6D264C6B6451}" srcOrd="9" destOrd="0" presId="urn:microsoft.com/office/officeart/2005/8/layout/default"/>
    <dgm:cxn modelId="{68D06778-0FB6-42F3-BAE5-C6B219293B83}" type="presParOf" srcId="{E97F79D5-5978-4B64-BD31-DD64B5EB75F6}" destId="{5EE4C18B-B8A5-4E45-81E3-08F0AEE5A9C2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DD7E80-E8D0-4EFC-B297-8D0B759EF4C0}" type="doc">
      <dgm:prSet loTypeId="urn:microsoft.com/office/officeart/2005/8/layout/process1" loCatId="process" qsTypeId="urn:microsoft.com/office/officeart/2005/8/quickstyle/3d1" qsCatId="3D" csTypeId="urn:microsoft.com/office/officeart/2005/8/colors/accent0_1" csCatId="mainScheme" phldr="1"/>
      <dgm:spPr/>
    </dgm:pt>
    <dgm:pt modelId="{FD51FEA5-A3B8-4BC2-BD65-6414FC705505}">
      <dgm:prSet phldrT="[Text]"/>
      <dgm:spPr/>
      <dgm:t>
        <a:bodyPr/>
        <a:lstStyle/>
        <a:p>
          <a:pPr>
            <a:buNone/>
          </a:pPr>
          <a:r>
            <a:rPr lang="en-IN" b="1" dirty="0"/>
            <a:t>Data Import</a:t>
          </a:r>
          <a:endParaRPr lang="en-IN" dirty="0"/>
        </a:p>
      </dgm:t>
    </dgm:pt>
    <dgm:pt modelId="{444C56BF-B27C-4848-93B7-AA1B30B2C293}" type="parTrans" cxnId="{A34F4E59-48A9-49D5-BE96-D0A49E1D5B41}">
      <dgm:prSet/>
      <dgm:spPr/>
      <dgm:t>
        <a:bodyPr/>
        <a:lstStyle/>
        <a:p>
          <a:endParaRPr lang="en-IN"/>
        </a:p>
      </dgm:t>
    </dgm:pt>
    <dgm:pt modelId="{DC378BA0-AECF-49AF-9040-B125069D0C08}" type="sibTrans" cxnId="{A34F4E59-48A9-49D5-BE96-D0A49E1D5B41}">
      <dgm:prSet/>
      <dgm:spPr/>
      <dgm:t>
        <a:bodyPr/>
        <a:lstStyle/>
        <a:p>
          <a:endParaRPr lang="en-IN"/>
        </a:p>
      </dgm:t>
    </dgm:pt>
    <dgm:pt modelId="{ABDCCE45-3F24-497C-9A7E-E5E142495A0E}">
      <dgm:prSet phldrT="[Text]"/>
      <dgm:spPr/>
      <dgm:t>
        <a:bodyPr/>
        <a:lstStyle/>
        <a:p>
          <a:r>
            <a:rPr lang="en-IN" b="1" dirty="0"/>
            <a:t>Data Cleaning</a:t>
          </a:r>
          <a:endParaRPr lang="en-IN" dirty="0"/>
        </a:p>
      </dgm:t>
    </dgm:pt>
    <dgm:pt modelId="{1296FDC7-71B5-4D3E-B90B-DADEF4AEB5CC}" type="parTrans" cxnId="{BEEAA64D-D8DA-41BC-B7DC-75236DE85653}">
      <dgm:prSet/>
      <dgm:spPr/>
      <dgm:t>
        <a:bodyPr/>
        <a:lstStyle/>
        <a:p>
          <a:endParaRPr lang="en-IN"/>
        </a:p>
      </dgm:t>
    </dgm:pt>
    <dgm:pt modelId="{8B0A64F8-E3EA-403F-9462-2AA558A5AB9E}" type="sibTrans" cxnId="{BEEAA64D-D8DA-41BC-B7DC-75236DE85653}">
      <dgm:prSet/>
      <dgm:spPr/>
      <dgm:t>
        <a:bodyPr/>
        <a:lstStyle/>
        <a:p>
          <a:endParaRPr lang="en-IN"/>
        </a:p>
      </dgm:t>
    </dgm:pt>
    <dgm:pt modelId="{28BC0FFA-9366-45B0-A8AB-26DD817B77A4}">
      <dgm:prSet phldrT="[Text]"/>
      <dgm:spPr/>
      <dgm:t>
        <a:bodyPr/>
        <a:lstStyle/>
        <a:p>
          <a:r>
            <a:rPr lang="en-IN" b="1" dirty="0"/>
            <a:t>Power Query</a:t>
          </a:r>
          <a:endParaRPr lang="en-IN" dirty="0"/>
        </a:p>
      </dgm:t>
    </dgm:pt>
    <dgm:pt modelId="{1F61DF99-7D52-4878-927A-7C1E126DDB8F}" type="parTrans" cxnId="{90E24F72-AF82-438F-B95E-5B7C8B41B42F}">
      <dgm:prSet/>
      <dgm:spPr/>
      <dgm:t>
        <a:bodyPr/>
        <a:lstStyle/>
        <a:p>
          <a:endParaRPr lang="en-IN"/>
        </a:p>
      </dgm:t>
    </dgm:pt>
    <dgm:pt modelId="{0BB161A1-0B63-44AE-9D1F-E2ABAA2A3CE9}" type="sibTrans" cxnId="{90E24F72-AF82-438F-B95E-5B7C8B41B42F}">
      <dgm:prSet/>
      <dgm:spPr/>
      <dgm:t>
        <a:bodyPr/>
        <a:lstStyle/>
        <a:p>
          <a:endParaRPr lang="en-IN"/>
        </a:p>
      </dgm:t>
    </dgm:pt>
    <dgm:pt modelId="{8842F6A7-325F-40D7-ACA3-8C57A362CCFB}">
      <dgm:prSet phldrT="[Text]"/>
      <dgm:spPr/>
      <dgm:t>
        <a:bodyPr/>
        <a:lstStyle/>
        <a:p>
          <a:r>
            <a:rPr lang="en-IN" b="1" dirty="0"/>
            <a:t>Merge</a:t>
          </a:r>
          <a:endParaRPr lang="en-IN" dirty="0"/>
        </a:p>
      </dgm:t>
    </dgm:pt>
    <dgm:pt modelId="{B8D9323A-A1D8-4747-90A4-61363E3B640A}" type="parTrans" cxnId="{71D322F3-4F13-4FA7-AFE0-3DD09967FDC0}">
      <dgm:prSet/>
      <dgm:spPr/>
      <dgm:t>
        <a:bodyPr/>
        <a:lstStyle/>
        <a:p>
          <a:endParaRPr lang="en-IN"/>
        </a:p>
      </dgm:t>
    </dgm:pt>
    <dgm:pt modelId="{2AB3D637-0713-492E-99A7-ACE112897040}" type="sibTrans" cxnId="{71D322F3-4F13-4FA7-AFE0-3DD09967FDC0}">
      <dgm:prSet/>
      <dgm:spPr/>
      <dgm:t>
        <a:bodyPr/>
        <a:lstStyle/>
        <a:p>
          <a:endParaRPr lang="en-IN"/>
        </a:p>
      </dgm:t>
    </dgm:pt>
    <dgm:pt modelId="{33560291-84A1-4F34-A4C3-33E97BC0F3A4}">
      <dgm:prSet phldrT="[Text]"/>
      <dgm:spPr/>
      <dgm:t>
        <a:bodyPr/>
        <a:lstStyle/>
        <a:p>
          <a:r>
            <a:rPr lang="en-IN" b="1" dirty="0"/>
            <a:t>Analysis</a:t>
          </a:r>
          <a:endParaRPr lang="en-IN" dirty="0"/>
        </a:p>
      </dgm:t>
    </dgm:pt>
    <dgm:pt modelId="{6870A52D-F2FA-42E3-B403-95F47F8A8EFD}" type="parTrans" cxnId="{16194A59-CD08-4470-AABF-41927FE451B5}">
      <dgm:prSet/>
      <dgm:spPr/>
      <dgm:t>
        <a:bodyPr/>
        <a:lstStyle/>
        <a:p>
          <a:endParaRPr lang="en-IN"/>
        </a:p>
      </dgm:t>
    </dgm:pt>
    <dgm:pt modelId="{B345FE7C-573D-4B40-9063-4BBBCBFC817B}" type="sibTrans" cxnId="{16194A59-CD08-4470-AABF-41927FE451B5}">
      <dgm:prSet/>
      <dgm:spPr/>
      <dgm:t>
        <a:bodyPr/>
        <a:lstStyle/>
        <a:p>
          <a:endParaRPr lang="en-IN"/>
        </a:p>
      </dgm:t>
    </dgm:pt>
    <dgm:pt modelId="{C0DDED5A-8C63-48BF-9C39-EC7A443A4F5C}">
      <dgm:prSet phldrT="[Text]"/>
      <dgm:spPr/>
      <dgm:t>
        <a:bodyPr/>
        <a:lstStyle/>
        <a:p>
          <a:r>
            <a:rPr lang="en-IN" b="1" dirty="0"/>
            <a:t>Dashboard</a:t>
          </a:r>
          <a:endParaRPr lang="en-IN" dirty="0"/>
        </a:p>
      </dgm:t>
    </dgm:pt>
    <dgm:pt modelId="{B3F9B686-6B22-4D4A-9CF2-31FBA962689A}" type="parTrans" cxnId="{43BAF2F1-E4C4-4B4C-84A4-E5250FFFC88F}">
      <dgm:prSet/>
      <dgm:spPr/>
      <dgm:t>
        <a:bodyPr/>
        <a:lstStyle/>
        <a:p>
          <a:endParaRPr lang="en-IN"/>
        </a:p>
      </dgm:t>
    </dgm:pt>
    <dgm:pt modelId="{BECE3049-4AFC-478F-BB5B-5853049C3F64}" type="sibTrans" cxnId="{43BAF2F1-E4C4-4B4C-84A4-E5250FFFC88F}">
      <dgm:prSet/>
      <dgm:spPr/>
      <dgm:t>
        <a:bodyPr/>
        <a:lstStyle/>
        <a:p>
          <a:endParaRPr lang="en-IN"/>
        </a:p>
      </dgm:t>
    </dgm:pt>
    <dgm:pt modelId="{57DD7B98-F7A9-4715-B447-42A3C503984A}" type="pres">
      <dgm:prSet presAssocID="{4FDD7E80-E8D0-4EFC-B297-8D0B759EF4C0}" presName="Name0" presStyleCnt="0">
        <dgm:presLayoutVars>
          <dgm:dir/>
          <dgm:resizeHandles val="exact"/>
        </dgm:presLayoutVars>
      </dgm:prSet>
      <dgm:spPr/>
    </dgm:pt>
    <dgm:pt modelId="{CF00DCB5-D408-47D8-9BC2-3CF087E3B102}" type="pres">
      <dgm:prSet presAssocID="{FD51FEA5-A3B8-4BC2-BD65-6414FC705505}" presName="node" presStyleLbl="node1" presStyleIdx="0" presStyleCnt="6">
        <dgm:presLayoutVars>
          <dgm:bulletEnabled val="1"/>
        </dgm:presLayoutVars>
      </dgm:prSet>
      <dgm:spPr/>
    </dgm:pt>
    <dgm:pt modelId="{2E27A193-18D4-4A1C-B0BD-08D807B64389}" type="pres">
      <dgm:prSet presAssocID="{DC378BA0-AECF-49AF-9040-B125069D0C08}" presName="sibTrans" presStyleLbl="sibTrans2D1" presStyleIdx="0" presStyleCnt="5"/>
      <dgm:spPr/>
    </dgm:pt>
    <dgm:pt modelId="{FB8F868B-DEEC-4AB6-8FEF-7CFD7A3D3EFC}" type="pres">
      <dgm:prSet presAssocID="{DC378BA0-AECF-49AF-9040-B125069D0C08}" presName="connectorText" presStyleLbl="sibTrans2D1" presStyleIdx="0" presStyleCnt="5"/>
      <dgm:spPr/>
    </dgm:pt>
    <dgm:pt modelId="{01D983E6-21A0-4638-9F53-2CCDC35DEB8E}" type="pres">
      <dgm:prSet presAssocID="{ABDCCE45-3F24-497C-9A7E-E5E142495A0E}" presName="node" presStyleLbl="node1" presStyleIdx="1" presStyleCnt="6">
        <dgm:presLayoutVars>
          <dgm:bulletEnabled val="1"/>
        </dgm:presLayoutVars>
      </dgm:prSet>
      <dgm:spPr/>
    </dgm:pt>
    <dgm:pt modelId="{D14901C0-9DE9-4B53-AA4E-CB7AF87B9F81}" type="pres">
      <dgm:prSet presAssocID="{8B0A64F8-E3EA-403F-9462-2AA558A5AB9E}" presName="sibTrans" presStyleLbl="sibTrans2D1" presStyleIdx="1" presStyleCnt="5"/>
      <dgm:spPr/>
    </dgm:pt>
    <dgm:pt modelId="{363A3FBD-5CC2-4962-84BD-6927DF6F3FAF}" type="pres">
      <dgm:prSet presAssocID="{8B0A64F8-E3EA-403F-9462-2AA558A5AB9E}" presName="connectorText" presStyleLbl="sibTrans2D1" presStyleIdx="1" presStyleCnt="5"/>
      <dgm:spPr/>
    </dgm:pt>
    <dgm:pt modelId="{BA84E600-A061-43C2-9840-DDC10E9BCD2B}" type="pres">
      <dgm:prSet presAssocID="{28BC0FFA-9366-45B0-A8AB-26DD817B77A4}" presName="node" presStyleLbl="node1" presStyleIdx="2" presStyleCnt="6">
        <dgm:presLayoutVars>
          <dgm:bulletEnabled val="1"/>
        </dgm:presLayoutVars>
      </dgm:prSet>
      <dgm:spPr/>
    </dgm:pt>
    <dgm:pt modelId="{89BCD85D-EAC7-486D-BE61-6D59645F4C90}" type="pres">
      <dgm:prSet presAssocID="{0BB161A1-0B63-44AE-9D1F-E2ABAA2A3CE9}" presName="sibTrans" presStyleLbl="sibTrans2D1" presStyleIdx="2" presStyleCnt="5"/>
      <dgm:spPr/>
    </dgm:pt>
    <dgm:pt modelId="{A03191FF-38FE-4AD7-A6E6-8DF0741E763D}" type="pres">
      <dgm:prSet presAssocID="{0BB161A1-0B63-44AE-9D1F-E2ABAA2A3CE9}" presName="connectorText" presStyleLbl="sibTrans2D1" presStyleIdx="2" presStyleCnt="5"/>
      <dgm:spPr/>
    </dgm:pt>
    <dgm:pt modelId="{B582D01E-DB5B-4A49-8561-B82BF81AB9A1}" type="pres">
      <dgm:prSet presAssocID="{8842F6A7-325F-40D7-ACA3-8C57A362CCFB}" presName="node" presStyleLbl="node1" presStyleIdx="3" presStyleCnt="6">
        <dgm:presLayoutVars>
          <dgm:bulletEnabled val="1"/>
        </dgm:presLayoutVars>
      </dgm:prSet>
      <dgm:spPr/>
    </dgm:pt>
    <dgm:pt modelId="{A9078D2A-ABC6-4B80-9C79-D5FF5C04C04D}" type="pres">
      <dgm:prSet presAssocID="{2AB3D637-0713-492E-99A7-ACE112897040}" presName="sibTrans" presStyleLbl="sibTrans2D1" presStyleIdx="3" presStyleCnt="5"/>
      <dgm:spPr/>
    </dgm:pt>
    <dgm:pt modelId="{6805101B-781E-47BA-881B-21D6E87F450A}" type="pres">
      <dgm:prSet presAssocID="{2AB3D637-0713-492E-99A7-ACE112897040}" presName="connectorText" presStyleLbl="sibTrans2D1" presStyleIdx="3" presStyleCnt="5"/>
      <dgm:spPr/>
    </dgm:pt>
    <dgm:pt modelId="{E51739A7-4DFA-4E95-9A1E-BEA88E482F3F}" type="pres">
      <dgm:prSet presAssocID="{33560291-84A1-4F34-A4C3-33E97BC0F3A4}" presName="node" presStyleLbl="node1" presStyleIdx="4" presStyleCnt="6">
        <dgm:presLayoutVars>
          <dgm:bulletEnabled val="1"/>
        </dgm:presLayoutVars>
      </dgm:prSet>
      <dgm:spPr/>
    </dgm:pt>
    <dgm:pt modelId="{3F9B3DB6-846D-4804-94A6-1370F885B1B0}" type="pres">
      <dgm:prSet presAssocID="{B345FE7C-573D-4B40-9063-4BBBCBFC817B}" presName="sibTrans" presStyleLbl="sibTrans2D1" presStyleIdx="4" presStyleCnt="5"/>
      <dgm:spPr/>
    </dgm:pt>
    <dgm:pt modelId="{84CC14E9-C301-4CBC-BDB0-B08A112D3B5F}" type="pres">
      <dgm:prSet presAssocID="{B345FE7C-573D-4B40-9063-4BBBCBFC817B}" presName="connectorText" presStyleLbl="sibTrans2D1" presStyleIdx="4" presStyleCnt="5"/>
      <dgm:spPr/>
    </dgm:pt>
    <dgm:pt modelId="{053220A0-05B2-4360-A96E-E88FE0291DB3}" type="pres">
      <dgm:prSet presAssocID="{C0DDED5A-8C63-48BF-9C39-EC7A443A4F5C}" presName="node" presStyleLbl="node1" presStyleIdx="5" presStyleCnt="6">
        <dgm:presLayoutVars>
          <dgm:bulletEnabled val="1"/>
        </dgm:presLayoutVars>
      </dgm:prSet>
      <dgm:spPr/>
    </dgm:pt>
  </dgm:ptLst>
  <dgm:cxnLst>
    <dgm:cxn modelId="{D4DEB619-AE36-4DF3-A280-D3328E1EE091}" type="presOf" srcId="{8842F6A7-325F-40D7-ACA3-8C57A362CCFB}" destId="{B582D01E-DB5B-4A49-8561-B82BF81AB9A1}" srcOrd="0" destOrd="0" presId="urn:microsoft.com/office/officeart/2005/8/layout/process1"/>
    <dgm:cxn modelId="{9BBE6F1C-C4E5-45CE-95E8-A176A1751F30}" type="presOf" srcId="{B345FE7C-573D-4B40-9063-4BBBCBFC817B}" destId="{84CC14E9-C301-4CBC-BDB0-B08A112D3B5F}" srcOrd="1" destOrd="0" presId="urn:microsoft.com/office/officeart/2005/8/layout/process1"/>
    <dgm:cxn modelId="{9C30F11F-BF35-4E25-A602-21DBF2D5511A}" type="presOf" srcId="{28BC0FFA-9366-45B0-A8AB-26DD817B77A4}" destId="{BA84E600-A061-43C2-9840-DDC10E9BCD2B}" srcOrd="0" destOrd="0" presId="urn:microsoft.com/office/officeart/2005/8/layout/process1"/>
    <dgm:cxn modelId="{B672843A-B9F9-4794-BA4F-D2102C7A528A}" type="presOf" srcId="{ABDCCE45-3F24-497C-9A7E-E5E142495A0E}" destId="{01D983E6-21A0-4638-9F53-2CCDC35DEB8E}" srcOrd="0" destOrd="0" presId="urn:microsoft.com/office/officeart/2005/8/layout/process1"/>
    <dgm:cxn modelId="{BEEAA64D-D8DA-41BC-B7DC-75236DE85653}" srcId="{4FDD7E80-E8D0-4EFC-B297-8D0B759EF4C0}" destId="{ABDCCE45-3F24-497C-9A7E-E5E142495A0E}" srcOrd="1" destOrd="0" parTransId="{1296FDC7-71B5-4D3E-B90B-DADEF4AEB5CC}" sibTransId="{8B0A64F8-E3EA-403F-9462-2AA558A5AB9E}"/>
    <dgm:cxn modelId="{59A3FA4D-518A-4F09-A457-3D10CFA00653}" type="presOf" srcId="{0BB161A1-0B63-44AE-9D1F-E2ABAA2A3CE9}" destId="{89BCD85D-EAC7-486D-BE61-6D59645F4C90}" srcOrd="0" destOrd="0" presId="urn:microsoft.com/office/officeart/2005/8/layout/process1"/>
    <dgm:cxn modelId="{90E24F72-AF82-438F-B95E-5B7C8B41B42F}" srcId="{4FDD7E80-E8D0-4EFC-B297-8D0B759EF4C0}" destId="{28BC0FFA-9366-45B0-A8AB-26DD817B77A4}" srcOrd="2" destOrd="0" parTransId="{1F61DF99-7D52-4878-927A-7C1E126DDB8F}" sibTransId="{0BB161A1-0B63-44AE-9D1F-E2ABAA2A3CE9}"/>
    <dgm:cxn modelId="{16194A59-CD08-4470-AABF-41927FE451B5}" srcId="{4FDD7E80-E8D0-4EFC-B297-8D0B759EF4C0}" destId="{33560291-84A1-4F34-A4C3-33E97BC0F3A4}" srcOrd="4" destOrd="0" parTransId="{6870A52D-F2FA-42E3-B403-95F47F8A8EFD}" sibTransId="{B345FE7C-573D-4B40-9063-4BBBCBFC817B}"/>
    <dgm:cxn modelId="{A34F4E59-48A9-49D5-BE96-D0A49E1D5B41}" srcId="{4FDD7E80-E8D0-4EFC-B297-8D0B759EF4C0}" destId="{FD51FEA5-A3B8-4BC2-BD65-6414FC705505}" srcOrd="0" destOrd="0" parTransId="{444C56BF-B27C-4848-93B7-AA1B30B2C293}" sibTransId="{DC378BA0-AECF-49AF-9040-B125069D0C08}"/>
    <dgm:cxn modelId="{4BA10B84-403E-4ABE-A1AC-8E230D173C26}" type="presOf" srcId="{2AB3D637-0713-492E-99A7-ACE112897040}" destId="{A9078D2A-ABC6-4B80-9C79-D5FF5C04C04D}" srcOrd="0" destOrd="0" presId="urn:microsoft.com/office/officeart/2005/8/layout/process1"/>
    <dgm:cxn modelId="{6BA00A95-55AE-4F1C-91DA-8D3312B801B8}" type="presOf" srcId="{FD51FEA5-A3B8-4BC2-BD65-6414FC705505}" destId="{CF00DCB5-D408-47D8-9BC2-3CF087E3B102}" srcOrd="0" destOrd="0" presId="urn:microsoft.com/office/officeart/2005/8/layout/process1"/>
    <dgm:cxn modelId="{5B12E8CE-58BF-446E-8C94-2C454C2D5F47}" type="presOf" srcId="{8B0A64F8-E3EA-403F-9462-2AA558A5AB9E}" destId="{D14901C0-9DE9-4B53-AA4E-CB7AF87B9F81}" srcOrd="0" destOrd="0" presId="urn:microsoft.com/office/officeart/2005/8/layout/process1"/>
    <dgm:cxn modelId="{46700AD1-DFBA-492F-892C-90139A0676B0}" type="presOf" srcId="{8B0A64F8-E3EA-403F-9462-2AA558A5AB9E}" destId="{363A3FBD-5CC2-4962-84BD-6927DF6F3FAF}" srcOrd="1" destOrd="0" presId="urn:microsoft.com/office/officeart/2005/8/layout/process1"/>
    <dgm:cxn modelId="{E3CB38D9-058B-45B0-AE6E-8D169BF4429E}" type="presOf" srcId="{C0DDED5A-8C63-48BF-9C39-EC7A443A4F5C}" destId="{053220A0-05B2-4360-A96E-E88FE0291DB3}" srcOrd="0" destOrd="0" presId="urn:microsoft.com/office/officeart/2005/8/layout/process1"/>
    <dgm:cxn modelId="{DD0C6DDA-6185-4326-972F-E0B197DB451D}" type="presOf" srcId="{2AB3D637-0713-492E-99A7-ACE112897040}" destId="{6805101B-781E-47BA-881B-21D6E87F450A}" srcOrd="1" destOrd="0" presId="urn:microsoft.com/office/officeart/2005/8/layout/process1"/>
    <dgm:cxn modelId="{FE3966E6-9CD4-4590-BDCF-AD2915CD858E}" type="presOf" srcId="{DC378BA0-AECF-49AF-9040-B125069D0C08}" destId="{2E27A193-18D4-4A1C-B0BD-08D807B64389}" srcOrd="0" destOrd="0" presId="urn:microsoft.com/office/officeart/2005/8/layout/process1"/>
    <dgm:cxn modelId="{80A3F1E9-8270-46C7-89C2-2D5D35C4CA4D}" type="presOf" srcId="{DC378BA0-AECF-49AF-9040-B125069D0C08}" destId="{FB8F868B-DEEC-4AB6-8FEF-7CFD7A3D3EFC}" srcOrd="1" destOrd="0" presId="urn:microsoft.com/office/officeart/2005/8/layout/process1"/>
    <dgm:cxn modelId="{64AEEAEB-AF77-4683-A058-251825C33AFC}" type="presOf" srcId="{33560291-84A1-4F34-A4C3-33E97BC0F3A4}" destId="{E51739A7-4DFA-4E95-9A1E-BEA88E482F3F}" srcOrd="0" destOrd="0" presId="urn:microsoft.com/office/officeart/2005/8/layout/process1"/>
    <dgm:cxn modelId="{9C8B13ED-EEAB-4C41-91D3-197887159528}" type="presOf" srcId="{4FDD7E80-E8D0-4EFC-B297-8D0B759EF4C0}" destId="{57DD7B98-F7A9-4715-B447-42A3C503984A}" srcOrd="0" destOrd="0" presId="urn:microsoft.com/office/officeart/2005/8/layout/process1"/>
    <dgm:cxn modelId="{43BAF2F1-E4C4-4B4C-84A4-E5250FFFC88F}" srcId="{4FDD7E80-E8D0-4EFC-B297-8D0B759EF4C0}" destId="{C0DDED5A-8C63-48BF-9C39-EC7A443A4F5C}" srcOrd="5" destOrd="0" parTransId="{B3F9B686-6B22-4D4A-9CF2-31FBA962689A}" sibTransId="{BECE3049-4AFC-478F-BB5B-5853049C3F64}"/>
    <dgm:cxn modelId="{E7462AF2-F25C-42B7-A6C1-81DA71887AB8}" type="presOf" srcId="{B345FE7C-573D-4B40-9063-4BBBCBFC817B}" destId="{3F9B3DB6-846D-4804-94A6-1370F885B1B0}" srcOrd="0" destOrd="0" presId="urn:microsoft.com/office/officeart/2005/8/layout/process1"/>
    <dgm:cxn modelId="{71D322F3-4F13-4FA7-AFE0-3DD09967FDC0}" srcId="{4FDD7E80-E8D0-4EFC-B297-8D0B759EF4C0}" destId="{8842F6A7-325F-40D7-ACA3-8C57A362CCFB}" srcOrd="3" destOrd="0" parTransId="{B8D9323A-A1D8-4747-90A4-61363E3B640A}" sibTransId="{2AB3D637-0713-492E-99A7-ACE112897040}"/>
    <dgm:cxn modelId="{F7DA2FFD-C8C9-4A59-9516-EBF985AE36B1}" type="presOf" srcId="{0BB161A1-0B63-44AE-9D1F-E2ABAA2A3CE9}" destId="{A03191FF-38FE-4AD7-A6E6-8DF0741E763D}" srcOrd="1" destOrd="0" presId="urn:microsoft.com/office/officeart/2005/8/layout/process1"/>
    <dgm:cxn modelId="{B091B838-49A2-404D-8161-72A4539AAEE0}" type="presParOf" srcId="{57DD7B98-F7A9-4715-B447-42A3C503984A}" destId="{CF00DCB5-D408-47D8-9BC2-3CF087E3B102}" srcOrd="0" destOrd="0" presId="urn:microsoft.com/office/officeart/2005/8/layout/process1"/>
    <dgm:cxn modelId="{D9A3A612-689B-4BE7-AFD1-011B78D71F2E}" type="presParOf" srcId="{57DD7B98-F7A9-4715-B447-42A3C503984A}" destId="{2E27A193-18D4-4A1C-B0BD-08D807B64389}" srcOrd="1" destOrd="0" presId="urn:microsoft.com/office/officeart/2005/8/layout/process1"/>
    <dgm:cxn modelId="{07B7E8EE-D441-4576-97B6-1F8AE98333BE}" type="presParOf" srcId="{2E27A193-18D4-4A1C-B0BD-08D807B64389}" destId="{FB8F868B-DEEC-4AB6-8FEF-7CFD7A3D3EFC}" srcOrd="0" destOrd="0" presId="urn:microsoft.com/office/officeart/2005/8/layout/process1"/>
    <dgm:cxn modelId="{A1351A08-CDF6-4A48-A0DF-4280B9A5638A}" type="presParOf" srcId="{57DD7B98-F7A9-4715-B447-42A3C503984A}" destId="{01D983E6-21A0-4638-9F53-2CCDC35DEB8E}" srcOrd="2" destOrd="0" presId="urn:microsoft.com/office/officeart/2005/8/layout/process1"/>
    <dgm:cxn modelId="{C81D8518-06FA-4FCE-ACF4-224670DEE4DD}" type="presParOf" srcId="{57DD7B98-F7A9-4715-B447-42A3C503984A}" destId="{D14901C0-9DE9-4B53-AA4E-CB7AF87B9F81}" srcOrd="3" destOrd="0" presId="urn:microsoft.com/office/officeart/2005/8/layout/process1"/>
    <dgm:cxn modelId="{3627E2C5-A4DF-40DF-9B97-B485D47E108B}" type="presParOf" srcId="{D14901C0-9DE9-4B53-AA4E-CB7AF87B9F81}" destId="{363A3FBD-5CC2-4962-84BD-6927DF6F3FAF}" srcOrd="0" destOrd="0" presId="urn:microsoft.com/office/officeart/2005/8/layout/process1"/>
    <dgm:cxn modelId="{5188E68F-4D9B-4BFB-8B02-D0CC801E7B9E}" type="presParOf" srcId="{57DD7B98-F7A9-4715-B447-42A3C503984A}" destId="{BA84E600-A061-43C2-9840-DDC10E9BCD2B}" srcOrd="4" destOrd="0" presId="urn:microsoft.com/office/officeart/2005/8/layout/process1"/>
    <dgm:cxn modelId="{A9ACD617-4E6E-4986-8020-8EA6AC4D85CE}" type="presParOf" srcId="{57DD7B98-F7A9-4715-B447-42A3C503984A}" destId="{89BCD85D-EAC7-486D-BE61-6D59645F4C90}" srcOrd="5" destOrd="0" presId="urn:microsoft.com/office/officeart/2005/8/layout/process1"/>
    <dgm:cxn modelId="{6BFED047-CA8B-4D46-80D2-AB2A799ABD09}" type="presParOf" srcId="{89BCD85D-EAC7-486D-BE61-6D59645F4C90}" destId="{A03191FF-38FE-4AD7-A6E6-8DF0741E763D}" srcOrd="0" destOrd="0" presId="urn:microsoft.com/office/officeart/2005/8/layout/process1"/>
    <dgm:cxn modelId="{FF35858C-6490-416A-97EB-DF2D02E1A311}" type="presParOf" srcId="{57DD7B98-F7A9-4715-B447-42A3C503984A}" destId="{B582D01E-DB5B-4A49-8561-B82BF81AB9A1}" srcOrd="6" destOrd="0" presId="urn:microsoft.com/office/officeart/2005/8/layout/process1"/>
    <dgm:cxn modelId="{B7484D84-D411-4083-AAE7-E28A2DB81294}" type="presParOf" srcId="{57DD7B98-F7A9-4715-B447-42A3C503984A}" destId="{A9078D2A-ABC6-4B80-9C79-D5FF5C04C04D}" srcOrd="7" destOrd="0" presId="urn:microsoft.com/office/officeart/2005/8/layout/process1"/>
    <dgm:cxn modelId="{6B9A4ECB-E93C-43AD-AC14-61446152A2B4}" type="presParOf" srcId="{A9078D2A-ABC6-4B80-9C79-D5FF5C04C04D}" destId="{6805101B-781E-47BA-881B-21D6E87F450A}" srcOrd="0" destOrd="0" presId="urn:microsoft.com/office/officeart/2005/8/layout/process1"/>
    <dgm:cxn modelId="{8094FB97-48BA-4E62-918A-8307D496BC92}" type="presParOf" srcId="{57DD7B98-F7A9-4715-B447-42A3C503984A}" destId="{E51739A7-4DFA-4E95-9A1E-BEA88E482F3F}" srcOrd="8" destOrd="0" presId="urn:microsoft.com/office/officeart/2005/8/layout/process1"/>
    <dgm:cxn modelId="{0DE70A52-9D8F-4AE4-AB75-AB58AB0E9BE1}" type="presParOf" srcId="{57DD7B98-F7A9-4715-B447-42A3C503984A}" destId="{3F9B3DB6-846D-4804-94A6-1370F885B1B0}" srcOrd="9" destOrd="0" presId="urn:microsoft.com/office/officeart/2005/8/layout/process1"/>
    <dgm:cxn modelId="{8255626B-89E4-4144-B107-F48C9DB4ACD8}" type="presParOf" srcId="{3F9B3DB6-846D-4804-94A6-1370F885B1B0}" destId="{84CC14E9-C301-4CBC-BDB0-B08A112D3B5F}" srcOrd="0" destOrd="0" presId="urn:microsoft.com/office/officeart/2005/8/layout/process1"/>
    <dgm:cxn modelId="{BB5AAD6D-A325-453B-A47A-5AF8B8325F09}" type="presParOf" srcId="{57DD7B98-F7A9-4715-B447-42A3C503984A}" destId="{053220A0-05B2-4360-A96E-E88FE0291DB3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FDD7E80-E8D0-4EFC-B297-8D0B759EF4C0}" type="doc">
      <dgm:prSet loTypeId="urn:microsoft.com/office/officeart/2005/8/layout/process1" loCatId="process" qsTypeId="urn:microsoft.com/office/officeart/2005/8/quickstyle/3d1" qsCatId="3D" csTypeId="urn:microsoft.com/office/officeart/2005/8/colors/accent0_1" csCatId="mainScheme" phldr="1"/>
      <dgm:spPr/>
    </dgm:pt>
    <dgm:pt modelId="{C0DDED5A-8C63-48BF-9C39-EC7A443A4F5C}">
      <dgm:prSet phldrT="[Text]"/>
      <dgm:spPr/>
      <dgm:t>
        <a:bodyPr/>
        <a:lstStyle/>
        <a:p>
          <a:pPr>
            <a:buNone/>
          </a:pPr>
          <a:r>
            <a:rPr lang="en-IN" dirty="0"/>
            <a:t>Database</a:t>
          </a:r>
        </a:p>
      </dgm:t>
    </dgm:pt>
    <dgm:pt modelId="{B3F9B686-6B22-4D4A-9CF2-31FBA962689A}" type="parTrans" cxnId="{43BAF2F1-E4C4-4B4C-84A4-E5250FFFC88F}">
      <dgm:prSet/>
      <dgm:spPr/>
      <dgm:t>
        <a:bodyPr/>
        <a:lstStyle/>
        <a:p>
          <a:endParaRPr lang="en-IN"/>
        </a:p>
      </dgm:t>
    </dgm:pt>
    <dgm:pt modelId="{BECE3049-4AFC-478F-BB5B-5853049C3F64}" type="sibTrans" cxnId="{43BAF2F1-E4C4-4B4C-84A4-E5250FFFC88F}">
      <dgm:prSet/>
      <dgm:spPr/>
      <dgm:t>
        <a:bodyPr/>
        <a:lstStyle/>
        <a:p>
          <a:endParaRPr lang="en-IN"/>
        </a:p>
      </dgm:t>
    </dgm:pt>
    <dgm:pt modelId="{750A49D0-25A1-49BF-82A9-3C56F4D09A38}">
      <dgm:prSet phldrT="[Text]"/>
      <dgm:spPr/>
      <dgm:t>
        <a:bodyPr/>
        <a:lstStyle/>
        <a:p>
          <a:r>
            <a:rPr lang="en-IN" dirty="0"/>
            <a:t>Tables</a:t>
          </a:r>
        </a:p>
      </dgm:t>
    </dgm:pt>
    <dgm:pt modelId="{39DAAB57-8A70-4DB4-B9B1-94EB1C8D1A1E}" type="parTrans" cxnId="{E2FCD4CA-E053-4C30-8A64-F1F2B25377FA}">
      <dgm:prSet/>
      <dgm:spPr/>
      <dgm:t>
        <a:bodyPr/>
        <a:lstStyle/>
        <a:p>
          <a:endParaRPr lang="en-IN"/>
        </a:p>
      </dgm:t>
    </dgm:pt>
    <dgm:pt modelId="{8A20421D-BCE4-44D9-BDD7-DA34C6AA25FB}" type="sibTrans" cxnId="{E2FCD4CA-E053-4C30-8A64-F1F2B25377FA}">
      <dgm:prSet/>
      <dgm:spPr/>
      <dgm:t>
        <a:bodyPr/>
        <a:lstStyle/>
        <a:p>
          <a:endParaRPr lang="en-IN"/>
        </a:p>
      </dgm:t>
    </dgm:pt>
    <dgm:pt modelId="{8C0032FE-AEC9-4123-81C6-C946132E9E2B}">
      <dgm:prSet phldrT="[Text]"/>
      <dgm:spPr/>
      <dgm:t>
        <a:bodyPr/>
        <a:lstStyle/>
        <a:p>
          <a:r>
            <a:rPr lang="en-IN" dirty="0"/>
            <a:t>Join</a:t>
          </a:r>
        </a:p>
      </dgm:t>
    </dgm:pt>
    <dgm:pt modelId="{D152FC86-B7A6-4C1F-BCF3-B3CFD92433A9}" type="parTrans" cxnId="{D5642FBE-4AC2-4292-BA7D-B60C69550AEB}">
      <dgm:prSet/>
      <dgm:spPr/>
      <dgm:t>
        <a:bodyPr/>
        <a:lstStyle/>
        <a:p>
          <a:endParaRPr lang="en-IN"/>
        </a:p>
      </dgm:t>
    </dgm:pt>
    <dgm:pt modelId="{85520558-A8CB-4DE3-A7F9-63AA60687D33}" type="sibTrans" cxnId="{D5642FBE-4AC2-4292-BA7D-B60C69550AEB}">
      <dgm:prSet/>
      <dgm:spPr/>
      <dgm:t>
        <a:bodyPr/>
        <a:lstStyle/>
        <a:p>
          <a:endParaRPr lang="en-IN"/>
        </a:p>
      </dgm:t>
    </dgm:pt>
    <dgm:pt modelId="{E5D46023-F669-4CC8-BCC3-17B095A93B3B}">
      <dgm:prSet phldrT="[Text]"/>
      <dgm:spPr/>
      <dgm:t>
        <a:bodyPr/>
        <a:lstStyle/>
        <a:p>
          <a:r>
            <a:rPr lang="en-IN" dirty="0"/>
            <a:t>Queries</a:t>
          </a:r>
        </a:p>
      </dgm:t>
    </dgm:pt>
    <dgm:pt modelId="{C3118440-350C-431A-9B03-BFC406FE736F}" type="parTrans" cxnId="{412CB6E2-CBD8-498A-B600-0E752FB4814B}">
      <dgm:prSet/>
      <dgm:spPr/>
      <dgm:t>
        <a:bodyPr/>
        <a:lstStyle/>
        <a:p>
          <a:endParaRPr lang="en-IN"/>
        </a:p>
      </dgm:t>
    </dgm:pt>
    <dgm:pt modelId="{2A9DD1A5-2502-49D5-B788-CFDBBA4671D2}" type="sibTrans" cxnId="{412CB6E2-CBD8-498A-B600-0E752FB4814B}">
      <dgm:prSet/>
      <dgm:spPr/>
      <dgm:t>
        <a:bodyPr/>
        <a:lstStyle/>
        <a:p>
          <a:endParaRPr lang="en-IN"/>
        </a:p>
      </dgm:t>
    </dgm:pt>
    <dgm:pt modelId="{EBF24357-E174-46D9-8C41-0E2BA19C2F7B}">
      <dgm:prSet phldrT="[Text]" custT="1"/>
      <dgm:spPr/>
      <dgm:t>
        <a:bodyPr/>
        <a:lstStyle/>
        <a:p>
          <a:r>
            <a:rPr lang="en-IN" sz="1950" dirty="0"/>
            <a:t>Aggregation</a:t>
          </a:r>
        </a:p>
      </dgm:t>
    </dgm:pt>
    <dgm:pt modelId="{638A1219-02EA-4687-A3C3-77E504223D62}" type="parTrans" cxnId="{D4239207-1336-4711-A377-633F429F8C25}">
      <dgm:prSet/>
      <dgm:spPr/>
      <dgm:t>
        <a:bodyPr/>
        <a:lstStyle/>
        <a:p>
          <a:endParaRPr lang="en-IN"/>
        </a:p>
      </dgm:t>
    </dgm:pt>
    <dgm:pt modelId="{599C5713-F605-41C9-B260-357400DB6DD8}" type="sibTrans" cxnId="{D4239207-1336-4711-A377-633F429F8C25}">
      <dgm:prSet/>
      <dgm:spPr/>
      <dgm:t>
        <a:bodyPr/>
        <a:lstStyle/>
        <a:p>
          <a:endParaRPr lang="en-IN"/>
        </a:p>
      </dgm:t>
    </dgm:pt>
    <dgm:pt modelId="{6C274AA5-7CFD-4B89-9A3A-4854B2BDE21C}">
      <dgm:prSet phldrT="[Text]"/>
      <dgm:spPr/>
      <dgm:t>
        <a:bodyPr/>
        <a:lstStyle/>
        <a:p>
          <a:r>
            <a:rPr lang="en-IN" dirty="0"/>
            <a:t>Insights</a:t>
          </a:r>
        </a:p>
      </dgm:t>
    </dgm:pt>
    <dgm:pt modelId="{CAF5E22B-2654-4C2D-97D1-DCBAD68BE987}" type="parTrans" cxnId="{1A920FF3-BEE7-4F63-9556-09B1B0F4D02F}">
      <dgm:prSet/>
      <dgm:spPr/>
      <dgm:t>
        <a:bodyPr/>
        <a:lstStyle/>
        <a:p>
          <a:endParaRPr lang="en-IN"/>
        </a:p>
      </dgm:t>
    </dgm:pt>
    <dgm:pt modelId="{81C333DD-0E0B-483D-A160-C45642E1D1C8}" type="sibTrans" cxnId="{1A920FF3-BEE7-4F63-9556-09B1B0F4D02F}">
      <dgm:prSet/>
      <dgm:spPr/>
      <dgm:t>
        <a:bodyPr/>
        <a:lstStyle/>
        <a:p>
          <a:endParaRPr lang="en-IN"/>
        </a:p>
      </dgm:t>
    </dgm:pt>
    <dgm:pt modelId="{57DD7B98-F7A9-4715-B447-42A3C503984A}" type="pres">
      <dgm:prSet presAssocID="{4FDD7E80-E8D0-4EFC-B297-8D0B759EF4C0}" presName="Name0" presStyleCnt="0">
        <dgm:presLayoutVars>
          <dgm:dir/>
          <dgm:resizeHandles val="exact"/>
        </dgm:presLayoutVars>
      </dgm:prSet>
      <dgm:spPr/>
    </dgm:pt>
    <dgm:pt modelId="{053220A0-05B2-4360-A96E-E88FE0291DB3}" type="pres">
      <dgm:prSet presAssocID="{C0DDED5A-8C63-48BF-9C39-EC7A443A4F5C}" presName="node" presStyleLbl="node1" presStyleIdx="0" presStyleCnt="6">
        <dgm:presLayoutVars>
          <dgm:bulletEnabled val="1"/>
        </dgm:presLayoutVars>
      </dgm:prSet>
      <dgm:spPr/>
    </dgm:pt>
    <dgm:pt modelId="{6CAA6363-9507-4923-BF2E-4773F3C64BEB}" type="pres">
      <dgm:prSet presAssocID="{BECE3049-4AFC-478F-BB5B-5853049C3F64}" presName="sibTrans" presStyleLbl="sibTrans2D1" presStyleIdx="0" presStyleCnt="5"/>
      <dgm:spPr/>
    </dgm:pt>
    <dgm:pt modelId="{44A37037-079B-4388-8357-34EBAE555E19}" type="pres">
      <dgm:prSet presAssocID="{BECE3049-4AFC-478F-BB5B-5853049C3F64}" presName="connectorText" presStyleLbl="sibTrans2D1" presStyleIdx="0" presStyleCnt="5"/>
      <dgm:spPr/>
    </dgm:pt>
    <dgm:pt modelId="{EE095B9D-C63C-43D0-85D4-655C48F35A27}" type="pres">
      <dgm:prSet presAssocID="{750A49D0-25A1-49BF-82A9-3C56F4D09A38}" presName="node" presStyleLbl="node1" presStyleIdx="1" presStyleCnt="6">
        <dgm:presLayoutVars>
          <dgm:bulletEnabled val="1"/>
        </dgm:presLayoutVars>
      </dgm:prSet>
      <dgm:spPr/>
    </dgm:pt>
    <dgm:pt modelId="{1AA469A4-D356-4F3E-8327-6996875E9315}" type="pres">
      <dgm:prSet presAssocID="{8A20421D-BCE4-44D9-BDD7-DA34C6AA25FB}" presName="sibTrans" presStyleLbl="sibTrans2D1" presStyleIdx="1" presStyleCnt="5"/>
      <dgm:spPr/>
    </dgm:pt>
    <dgm:pt modelId="{DA9AF6DD-8CEB-4D36-8279-6E4A20646E38}" type="pres">
      <dgm:prSet presAssocID="{8A20421D-BCE4-44D9-BDD7-DA34C6AA25FB}" presName="connectorText" presStyleLbl="sibTrans2D1" presStyleIdx="1" presStyleCnt="5"/>
      <dgm:spPr/>
    </dgm:pt>
    <dgm:pt modelId="{08ADB3D9-6AD8-40EF-B2DD-1A6631AD9527}" type="pres">
      <dgm:prSet presAssocID="{8C0032FE-AEC9-4123-81C6-C946132E9E2B}" presName="node" presStyleLbl="node1" presStyleIdx="2" presStyleCnt="6">
        <dgm:presLayoutVars>
          <dgm:bulletEnabled val="1"/>
        </dgm:presLayoutVars>
      </dgm:prSet>
      <dgm:spPr/>
    </dgm:pt>
    <dgm:pt modelId="{278FFEF4-9B77-4633-9C5B-DD7FA8EE26D7}" type="pres">
      <dgm:prSet presAssocID="{85520558-A8CB-4DE3-A7F9-63AA60687D33}" presName="sibTrans" presStyleLbl="sibTrans2D1" presStyleIdx="2" presStyleCnt="5"/>
      <dgm:spPr/>
    </dgm:pt>
    <dgm:pt modelId="{8B1B9548-AF40-46D2-AA1E-3A6D12B6CF0C}" type="pres">
      <dgm:prSet presAssocID="{85520558-A8CB-4DE3-A7F9-63AA60687D33}" presName="connectorText" presStyleLbl="sibTrans2D1" presStyleIdx="2" presStyleCnt="5"/>
      <dgm:spPr/>
    </dgm:pt>
    <dgm:pt modelId="{3EA919FF-A342-49F0-A499-188F2DED6CBC}" type="pres">
      <dgm:prSet presAssocID="{E5D46023-F669-4CC8-BCC3-17B095A93B3B}" presName="node" presStyleLbl="node1" presStyleIdx="3" presStyleCnt="6">
        <dgm:presLayoutVars>
          <dgm:bulletEnabled val="1"/>
        </dgm:presLayoutVars>
      </dgm:prSet>
      <dgm:spPr/>
    </dgm:pt>
    <dgm:pt modelId="{DD9BA01D-D351-4DAB-B919-449A4ACAFFC7}" type="pres">
      <dgm:prSet presAssocID="{2A9DD1A5-2502-49D5-B788-CFDBBA4671D2}" presName="sibTrans" presStyleLbl="sibTrans2D1" presStyleIdx="3" presStyleCnt="5"/>
      <dgm:spPr/>
    </dgm:pt>
    <dgm:pt modelId="{F82BA7D1-8D09-4F2A-91D3-62DA62F745E7}" type="pres">
      <dgm:prSet presAssocID="{2A9DD1A5-2502-49D5-B788-CFDBBA4671D2}" presName="connectorText" presStyleLbl="sibTrans2D1" presStyleIdx="3" presStyleCnt="5"/>
      <dgm:spPr/>
    </dgm:pt>
    <dgm:pt modelId="{C348EBA0-BDFE-451E-835E-21EDF8385936}" type="pres">
      <dgm:prSet presAssocID="{EBF24357-E174-46D9-8C41-0E2BA19C2F7B}" presName="node" presStyleLbl="node1" presStyleIdx="4" presStyleCnt="6">
        <dgm:presLayoutVars>
          <dgm:bulletEnabled val="1"/>
        </dgm:presLayoutVars>
      </dgm:prSet>
      <dgm:spPr/>
    </dgm:pt>
    <dgm:pt modelId="{3ACADB8C-D806-489D-A249-81F4AAB295C4}" type="pres">
      <dgm:prSet presAssocID="{599C5713-F605-41C9-B260-357400DB6DD8}" presName="sibTrans" presStyleLbl="sibTrans2D1" presStyleIdx="4" presStyleCnt="5"/>
      <dgm:spPr/>
    </dgm:pt>
    <dgm:pt modelId="{E5C10D4C-F353-45F6-B618-AC9C9C51C4E7}" type="pres">
      <dgm:prSet presAssocID="{599C5713-F605-41C9-B260-357400DB6DD8}" presName="connectorText" presStyleLbl="sibTrans2D1" presStyleIdx="4" presStyleCnt="5"/>
      <dgm:spPr/>
    </dgm:pt>
    <dgm:pt modelId="{2DC1F816-53A2-4304-93DD-93C19520C09A}" type="pres">
      <dgm:prSet presAssocID="{6C274AA5-7CFD-4B89-9A3A-4854B2BDE21C}" presName="node" presStyleLbl="node1" presStyleIdx="5" presStyleCnt="6">
        <dgm:presLayoutVars>
          <dgm:bulletEnabled val="1"/>
        </dgm:presLayoutVars>
      </dgm:prSet>
      <dgm:spPr/>
    </dgm:pt>
  </dgm:ptLst>
  <dgm:cxnLst>
    <dgm:cxn modelId="{D4239207-1336-4711-A377-633F429F8C25}" srcId="{4FDD7E80-E8D0-4EFC-B297-8D0B759EF4C0}" destId="{EBF24357-E174-46D9-8C41-0E2BA19C2F7B}" srcOrd="4" destOrd="0" parTransId="{638A1219-02EA-4687-A3C3-77E504223D62}" sibTransId="{599C5713-F605-41C9-B260-357400DB6DD8}"/>
    <dgm:cxn modelId="{BD619A0C-BD94-412B-B421-1EDB2BDE21E8}" type="presOf" srcId="{EBF24357-E174-46D9-8C41-0E2BA19C2F7B}" destId="{C348EBA0-BDFE-451E-835E-21EDF8385936}" srcOrd="0" destOrd="0" presId="urn:microsoft.com/office/officeart/2005/8/layout/process1"/>
    <dgm:cxn modelId="{1D62A40D-A998-45C5-AD9A-829F4C72E0E9}" type="presOf" srcId="{8A20421D-BCE4-44D9-BDD7-DA34C6AA25FB}" destId="{DA9AF6DD-8CEB-4D36-8279-6E4A20646E38}" srcOrd="1" destOrd="0" presId="urn:microsoft.com/office/officeart/2005/8/layout/process1"/>
    <dgm:cxn modelId="{46EDF517-1BFF-4190-9EFA-CB5B83C79D9F}" type="presOf" srcId="{2A9DD1A5-2502-49D5-B788-CFDBBA4671D2}" destId="{DD9BA01D-D351-4DAB-B919-449A4ACAFFC7}" srcOrd="0" destOrd="0" presId="urn:microsoft.com/office/officeart/2005/8/layout/process1"/>
    <dgm:cxn modelId="{72B2292B-C6AE-4402-BDF1-55540A99CAB0}" type="presOf" srcId="{E5D46023-F669-4CC8-BCC3-17B095A93B3B}" destId="{3EA919FF-A342-49F0-A499-188F2DED6CBC}" srcOrd="0" destOrd="0" presId="urn:microsoft.com/office/officeart/2005/8/layout/process1"/>
    <dgm:cxn modelId="{A6153D36-C90C-4E0D-BC04-DA56837B8E98}" type="presOf" srcId="{8A20421D-BCE4-44D9-BDD7-DA34C6AA25FB}" destId="{1AA469A4-D356-4F3E-8327-6996875E9315}" srcOrd="0" destOrd="0" presId="urn:microsoft.com/office/officeart/2005/8/layout/process1"/>
    <dgm:cxn modelId="{B5A8F04F-4B07-41B1-A1E2-421EC589626B}" type="presOf" srcId="{BECE3049-4AFC-478F-BB5B-5853049C3F64}" destId="{6CAA6363-9507-4923-BF2E-4773F3C64BEB}" srcOrd="0" destOrd="0" presId="urn:microsoft.com/office/officeart/2005/8/layout/process1"/>
    <dgm:cxn modelId="{FE9D9F50-D78E-4E14-9146-2E3172F0A229}" type="presOf" srcId="{8C0032FE-AEC9-4123-81C6-C946132E9E2B}" destId="{08ADB3D9-6AD8-40EF-B2DD-1A6631AD9527}" srcOrd="0" destOrd="0" presId="urn:microsoft.com/office/officeart/2005/8/layout/process1"/>
    <dgm:cxn modelId="{81B13384-3B65-40A9-9C16-60E4EF973E92}" type="presOf" srcId="{6C274AA5-7CFD-4B89-9A3A-4854B2BDE21C}" destId="{2DC1F816-53A2-4304-93DD-93C19520C09A}" srcOrd="0" destOrd="0" presId="urn:microsoft.com/office/officeart/2005/8/layout/process1"/>
    <dgm:cxn modelId="{6AF1939B-5426-4C79-994D-FDF2A54E612E}" type="presOf" srcId="{599C5713-F605-41C9-B260-357400DB6DD8}" destId="{3ACADB8C-D806-489D-A249-81F4AAB295C4}" srcOrd="0" destOrd="0" presId="urn:microsoft.com/office/officeart/2005/8/layout/process1"/>
    <dgm:cxn modelId="{D5BB47A0-DAB7-4F69-9B0F-75B26B2B9969}" type="presOf" srcId="{85520558-A8CB-4DE3-A7F9-63AA60687D33}" destId="{8B1B9548-AF40-46D2-AA1E-3A6D12B6CF0C}" srcOrd="1" destOrd="0" presId="urn:microsoft.com/office/officeart/2005/8/layout/process1"/>
    <dgm:cxn modelId="{AA7B4FA5-0B87-496F-A3BD-CFF7B9EC7085}" type="presOf" srcId="{BECE3049-4AFC-478F-BB5B-5853049C3F64}" destId="{44A37037-079B-4388-8357-34EBAE555E19}" srcOrd="1" destOrd="0" presId="urn:microsoft.com/office/officeart/2005/8/layout/process1"/>
    <dgm:cxn modelId="{70879EAA-5EDC-4630-AFB5-7965CCC1EDCC}" type="presOf" srcId="{85520558-A8CB-4DE3-A7F9-63AA60687D33}" destId="{278FFEF4-9B77-4633-9C5B-DD7FA8EE26D7}" srcOrd="0" destOrd="0" presId="urn:microsoft.com/office/officeart/2005/8/layout/process1"/>
    <dgm:cxn modelId="{D5642FBE-4AC2-4292-BA7D-B60C69550AEB}" srcId="{4FDD7E80-E8D0-4EFC-B297-8D0B759EF4C0}" destId="{8C0032FE-AEC9-4123-81C6-C946132E9E2B}" srcOrd="2" destOrd="0" parTransId="{D152FC86-B7A6-4C1F-BCF3-B3CFD92433A9}" sibTransId="{85520558-A8CB-4DE3-A7F9-63AA60687D33}"/>
    <dgm:cxn modelId="{E34506C1-6A9E-4FD2-903F-C5AD9DFCC08B}" type="presOf" srcId="{750A49D0-25A1-49BF-82A9-3C56F4D09A38}" destId="{EE095B9D-C63C-43D0-85D4-655C48F35A27}" srcOrd="0" destOrd="0" presId="urn:microsoft.com/office/officeart/2005/8/layout/process1"/>
    <dgm:cxn modelId="{E2FCD4CA-E053-4C30-8A64-F1F2B25377FA}" srcId="{4FDD7E80-E8D0-4EFC-B297-8D0B759EF4C0}" destId="{750A49D0-25A1-49BF-82A9-3C56F4D09A38}" srcOrd="1" destOrd="0" parTransId="{39DAAB57-8A70-4DB4-B9B1-94EB1C8D1A1E}" sibTransId="{8A20421D-BCE4-44D9-BDD7-DA34C6AA25FB}"/>
    <dgm:cxn modelId="{B00C0CCF-36A3-4054-9EB1-5D60117BCC6D}" type="presOf" srcId="{599C5713-F605-41C9-B260-357400DB6DD8}" destId="{E5C10D4C-F353-45F6-B618-AC9C9C51C4E7}" srcOrd="1" destOrd="0" presId="urn:microsoft.com/office/officeart/2005/8/layout/process1"/>
    <dgm:cxn modelId="{E3CB38D9-058B-45B0-AE6E-8D169BF4429E}" type="presOf" srcId="{C0DDED5A-8C63-48BF-9C39-EC7A443A4F5C}" destId="{053220A0-05B2-4360-A96E-E88FE0291DB3}" srcOrd="0" destOrd="0" presId="urn:microsoft.com/office/officeart/2005/8/layout/process1"/>
    <dgm:cxn modelId="{412CB6E2-CBD8-498A-B600-0E752FB4814B}" srcId="{4FDD7E80-E8D0-4EFC-B297-8D0B759EF4C0}" destId="{E5D46023-F669-4CC8-BCC3-17B095A93B3B}" srcOrd="3" destOrd="0" parTransId="{C3118440-350C-431A-9B03-BFC406FE736F}" sibTransId="{2A9DD1A5-2502-49D5-B788-CFDBBA4671D2}"/>
    <dgm:cxn modelId="{244ABEE8-0BDB-4C2C-9F6A-BEC736873AFA}" type="presOf" srcId="{2A9DD1A5-2502-49D5-B788-CFDBBA4671D2}" destId="{F82BA7D1-8D09-4F2A-91D3-62DA62F745E7}" srcOrd="1" destOrd="0" presId="urn:microsoft.com/office/officeart/2005/8/layout/process1"/>
    <dgm:cxn modelId="{9C8B13ED-EEAB-4C41-91D3-197887159528}" type="presOf" srcId="{4FDD7E80-E8D0-4EFC-B297-8D0B759EF4C0}" destId="{57DD7B98-F7A9-4715-B447-42A3C503984A}" srcOrd="0" destOrd="0" presId="urn:microsoft.com/office/officeart/2005/8/layout/process1"/>
    <dgm:cxn modelId="{43BAF2F1-E4C4-4B4C-84A4-E5250FFFC88F}" srcId="{4FDD7E80-E8D0-4EFC-B297-8D0B759EF4C0}" destId="{C0DDED5A-8C63-48BF-9C39-EC7A443A4F5C}" srcOrd="0" destOrd="0" parTransId="{B3F9B686-6B22-4D4A-9CF2-31FBA962689A}" sibTransId="{BECE3049-4AFC-478F-BB5B-5853049C3F64}"/>
    <dgm:cxn modelId="{1A920FF3-BEE7-4F63-9556-09B1B0F4D02F}" srcId="{4FDD7E80-E8D0-4EFC-B297-8D0B759EF4C0}" destId="{6C274AA5-7CFD-4B89-9A3A-4854B2BDE21C}" srcOrd="5" destOrd="0" parTransId="{CAF5E22B-2654-4C2D-97D1-DCBAD68BE987}" sibTransId="{81C333DD-0E0B-483D-A160-C45642E1D1C8}"/>
    <dgm:cxn modelId="{BB5AAD6D-A325-453B-A47A-5AF8B8325F09}" type="presParOf" srcId="{57DD7B98-F7A9-4715-B447-42A3C503984A}" destId="{053220A0-05B2-4360-A96E-E88FE0291DB3}" srcOrd="0" destOrd="0" presId="urn:microsoft.com/office/officeart/2005/8/layout/process1"/>
    <dgm:cxn modelId="{2B63CE48-D0C3-41FE-8940-916B01F460F3}" type="presParOf" srcId="{57DD7B98-F7A9-4715-B447-42A3C503984A}" destId="{6CAA6363-9507-4923-BF2E-4773F3C64BEB}" srcOrd="1" destOrd="0" presId="urn:microsoft.com/office/officeart/2005/8/layout/process1"/>
    <dgm:cxn modelId="{BCD8125A-E72C-44DD-95B0-108648A89035}" type="presParOf" srcId="{6CAA6363-9507-4923-BF2E-4773F3C64BEB}" destId="{44A37037-079B-4388-8357-34EBAE555E19}" srcOrd="0" destOrd="0" presId="urn:microsoft.com/office/officeart/2005/8/layout/process1"/>
    <dgm:cxn modelId="{667D2826-E780-4618-847F-169126FE63A3}" type="presParOf" srcId="{57DD7B98-F7A9-4715-B447-42A3C503984A}" destId="{EE095B9D-C63C-43D0-85D4-655C48F35A27}" srcOrd="2" destOrd="0" presId="urn:microsoft.com/office/officeart/2005/8/layout/process1"/>
    <dgm:cxn modelId="{241AB61C-DC9D-46A9-8D52-1E04809CC4C3}" type="presParOf" srcId="{57DD7B98-F7A9-4715-B447-42A3C503984A}" destId="{1AA469A4-D356-4F3E-8327-6996875E9315}" srcOrd="3" destOrd="0" presId="urn:microsoft.com/office/officeart/2005/8/layout/process1"/>
    <dgm:cxn modelId="{AB6ECAFB-2B76-4494-B4B1-EFFA356C2840}" type="presParOf" srcId="{1AA469A4-D356-4F3E-8327-6996875E9315}" destId="{DA9AF6DD-8CEB-4D36-8279-6E4A20646E38}" srcOrd="0" destOrd="0" presId="urn:microsoft.com/office/officeart/2005/8/layout/process1"/>
    <dgm:cxn modelId="{66DBCFD4-784F-4588-BDEA-8B00AEF4B298}" type="presParOf" srcId="{57DD7B98-F7A9-4715-B447-42A3C503984A}" destId="{08ADB3D9-6AD8-40EF-B2DD-1A6631AD9527}" srcOrd="4" destOrd="0" presId="urn:microsoft.com/office/officeart/2005/8/layout/process1"/>
    <dgm:cxn modelId="{B1F11FED-3BB2-4227-8465-74D60F5FF5AC}" type="presParOf" srcId="{57DD7B98-F7A9-4715-B447-42A3C503984A}" destId="{278FFEF4-9B77-4633-9C5B-DD7FA8EE26D7}" srcOrd="5" destOrd="0" presId="urn:microsoft.com/office/officeart/2005/8/layout/process1"/>
    <dgm:cxn modelId="{1BEEEE75-A85D-4CD8-8F62-7336781BF325}" type="presParOf" srcId="{278FFEF4-9B77-4633-9C5B-DD7FA8EE26D7}" destId="{8B1B9548-AF40-46D2-AA1E-3A6D12B6CF0C}" srcOrd="0" destOrd="0" presId="urn:microsoft.com/office/officeart/2005/8/layout/process1"/>
    <dgm:cxn modelId="{687B870D-C505-4AD6-BB2C-FDA32B8D13E1}" type="presParOf" srcId="{57DD7B98-F7A9-4715-B447-42A3C503984A}" destId="{3EA919FF-A342-49F0-A499-188F2DED6CBC}" srcOrd="6" destOrd="0" presId="urn:microsoft.com/office/officeart/2005/8/layout/process1"/>
    <dgm:cxn modelId="{D8D7791E-E70D-4138-83D1-81AB7354E460}" type="presParOf" srcId="{57DD7B98-F7A9-4715-B447-42A3C503984A}" destId="{DD9BA01D-D351-4DAB-B919-449A4ACAFFC7}" srcOrd="7" destOrd="0" presId="urn:microsoft.com/office/officeart/2005/8/layout/process1"/>
    <dgm:cxn modelId="{F0B61EC4-1833-4F25-B71D-3BCE4C326190}" type="presParOf" srcId="{DD9BA01D-D351-4DAB-B919-449A4ACAFFC7}" destId="{F82BA7D1-8D09-4F2A-91D3-62DA62F745E7}" srcOrd="0" destOrd="0" presId="urn:microsoft.com/office/officeart/2005/8/layout/process1"/>
    <dgm:cxn modelId="{F22432EA-7AA6-44FF-A025-D992D466ACEE}" type="presParOf" srcId="{57DD7B98-F7A9-4715-B447-42A3C503984A}" destId="{C348EBA0-BDFE-451E-835E-21EDF8385936}" srcOrd="8" destOrd="0" presId="urn:microsoft.com/office/officeart/2005/8/layout/process1"/>
    <dgm:cxn modelId="{A0F61A0C-E681-4B70-9314-3FD07866F2F4}" type="presParOf" srcId="{57DD7B98-F7A9-4715-B447-42A3C503984A}" destId="{3ACADB8C-D806-489D-A249-81F4AAB295C4}" srcOrd="9" destOrd="0" presId="urn:microsoft.com/office/officeart/2005/8/layout/process1"/>
    <dgm:cxn modelId="{D3300710-2796-4650-B735-E7986074896F}" type="presParOf" srcId="{3ACADB8C-D806-489D-A249-81F4AAB295C4}" destId="{E5C10D4C-F353-45F6-B618-AC9C9C51C4E7}" srcOrd="0" destOrd="0" presId="urn:microsoft.com/office/officeart/2005/8/layout/process1"/>
    <dgm:cxn modelId="{AA35A20D-6726-425F-814C-6D5E46FED83D}" type="presParOf" srcId="{57DD7B98-F7A9-4715-B447-42A3C503984A}" destId="{2DC1F816-53A2-4304-93DD-93C19520C09A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B3AF1B-0F72-4738-98DB-A49DC40919B5}" type="doc">
      <dgm:prSet loTypeId="urn:microsoft.com/office/officeart/2011/layout/TabList" loCatId="list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6C144477-61C6-40CC-9B26-275FAD32658C}">
      <dgm:prSet phldrT="[Text]"/>
      <dgm:spPr/>
      <dgm:t>
        <a:bodyPr/>
        <a:lstStyle/>
        <a:p>
          <a:pPr>
            <a:buNone/>
          </a:pPr>
          <a:r>
            <a:rPr lang="en-IN" b="1" dirty="0"/>
            <a:t>Data Preparation</a:t>
          </a:r>
          <a:endParaRPr lang="en-IN" dirty="0"/>
        </a:p>
      </dgm:t>
    </dgm:pt>
    <dgm:pt modelId="{868C9B96-2162-4090-8067-CC316CD41B6C}" type="parTrans" cxnId="{978847A5-5C88-45D4-A5A2-1C263DF0F101}">
      <dgm:prSet/>
      <dgm:spPr/>
      <dgm:t>
        <a:bodyPr/>
        <a:lstStyle/>
        <a:p>
          <a:endParaRPr lang="en-IN"/>
        </a:p>
      </dgm:t>
    </dgm:pt>
    <dgm:pt modelId="{BB158F94-4238-4B72-8020-A7BE9A94D9AF}" type="sibTrans" cxnId="{978847A5-5C88-45D4-A5A2-1C263DF0F101}">
      <dgm:prSet/>
      <dgm:spPr/>
      <dgm:t>
        <a:bodyPr/>
        <a:lstStyle/>
        <a:p>
          <a:endParaRPr lang="en-IN"/>
        </a:p>
      </dgm:t>
    </dgm:pt>
    <dgm:pt modelId="{48CB87B4-78E3-4CC8-B62E-9D9262C06D97}">
      <dgm:prSet phldrT="[Text]" custT="1"/>
      <dgm:spPr/>
      <dgm:t>
        <a:bodyPr/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  <a:t>Prepared dimensions, measures and data types.</a:t>
          </a:r>
          <a:b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</a:br>
          <a:endParaRPr lang="en-IN" sz="1800" kern="1200" dirty="0"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A890F9FC-6BAA-41B0-8E82-7C070DB90982}" type="parTrans" cxnId="{27ECB54A-57AF-47DC-A560-A5ABFE468D57}">
      <dgm:prSet/>
      <dgm:spPr/>
      <dgm:t>
        <a:bodyPr/>
        <a:lstStyle/>
        <a:p>
          <a:endParaRPr lang="en-IN"/>
        </a:p>
      </dgm:t>
    </dgm:pt>
    <dgm:pt modelId="{E7B7B9FA-D3A2-487D-89EF-B0395C25DD83}" type="sibTrans" cxnId="{27ECB54A-57AF-47DC-A560-A5ABFE468D57}">
      <dgm:prSet/>
      <dgm:spPr/>
      <dgm:t>
        <a:bodyPr/>
        <a:lstStyle/>
        <a:p>
          <a:endParaRPr lang="en-IN"/>
        </a:p>
      </dgm:t>
    </dgm:pt>
    <dgm:pt modelId="{CE9C5DF8-3109-4F31-AE05-01E4A6058D88}">
      <dgm:prSet phldrT="[Text]"/>
      <dgm:spPr/>
      <dgm:t>
        <a:bodyPr/>
        <a:lstStyle/>
        <a:p>
          <a:pPr>
            <a:buNone/>
          </a:pPr>
          <a:r>
            <a:rPr lang="en-IN" b="1" dirty="0"/>
            <a:t>Data Integration</a:t>
          </a:r>
          <a:endParaRPr lang="en-IN" dirty="0"/>
        </a:p>
      </dgm:t>
    </dgm:pt>
    <dgm:pt modelId="{AD57271C-357A-43A5-87AD-B812F491F2B2}" type="parTrans" cxnId="{9712B624-7D0C-440B-BBA9-AE7C31C24BA5}">
      <dgm:prSet/>
      <dgm:spPr/>
      <dgm:t>
        <a:bodyPr/>
        <a:lstStyle/>
        <a:p>
          <a:endParaRPr lang="en-IN"/>
        </a:p>
      </dgm:t>
    </dgm:pt>
    <dgm:pt modelId="{3DBAD847-F89A-4AF7-8660-2CCB88AAD818}" type="sibTrans" cxnId="{9712B624-7D0C-440B-BBA9-AE7C31C24BA5}">
      <dgm:prSet/>
      <dgm:spPr/>
      <dgm:t>
        <a:bodyPr/>
        <a:lstStyle/>
        <a:p>
          <a:endParaRPr lang="en-IN"/>
        </a:p>
      </dgm:t>
    </dgm:pt>
    <dgm:pt modelId="{7DBB2EB7-4C3B-4661-BA2E-B653F84C4EF1}">
      <dgm:prSet phldrT="[Text]" custT="1"/>
      <dgm:spPr/>
      <dgm:t>
        <a:bodyPr/>
        <a:lstStyle/>
        <a:p>
          <a:pPr>
            <a:buNone/>
          </a:pPr>
          <a: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  <a:t>Used Left Join to combine relevant tables.</a:t>
          </a:r>
          <a:b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</a:br>
          <a:endParaRPr lang="en-IN" sz="1800" kern="1200" dirty="0"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79A903F6-42A6-41BD-83B2-54D2D72C2CAC}" type="parTrans" cxnId="{79882ABD-0E06-4D71-A4AC-FB2E156B14FA}">
      <dgm:prSet/>
      <dgm:spPr/>
      <dgm:t>
        <a:bodyPr/>
        <a:lstStyle/>
        <a:p>
          <a:endParaRPr lang="en-IN"/>
        </a:p>
      </dgm:t>
    </dgm:pt>
    <dgm:pt modelId="{AF98E8A5-CF17-4602-82AB-C6D6487CF914}" type="sibTrans" cxnId="{79882ABD-0E06-4D71-A4AC-FB2E156B14FA}">
      <dgm:prSet/>
      <dgm:spPr/>
      <dgm:t>
        <a:bodyPr/>
        <a:lstStyle/>
        <a:p>
          <a:endParaRPr lang="en-IN"/>
        </a:p>
      </dgm:t>
    </dgm:pt>
    <dgm:pt modelId="{97F98331-7E8F-4B5C-B781-D5256321F5A1}">
      <dgm:prSet phldrT="[Text]"/>
      <dgm:spPr/>
      <dgm:t>
        <a:bodyPr/>
        <a:lstStyle/>
        <a:p>
          <a:pPr>
            <a:buNone/>
          </a:pPr>
          <a:r>
            <a:rPr lang="en-IN" b="1" dirty="0"/>
            <a:t>Visual Analytics</a:t>
          </a:r>
          <a:endParaRPr lang="en-IN" dirty="0"/>
        </a:p>
      </dgm:t>
    </dgm:pt>
    <dgm:pt modelId="{2F88B433-C89F-4B04-ACBE-D8863AE57512}" type="parTrans" cxnId="{87447114-E13A-4864-8E4C-A1E8664E5A2D}">
      <dgm:prSet/>
      <dgm:spPr/>
      <dgm:t>
        <a:bodyPr/>
        <a:lstStyle/>
        <a:p>
          <a:endParaRPr lang="en-IN"/>
        </a:p>
      </dgm:t>
    </dgm:pt>
    <dgm:pt modelId="{79B581D8-7803-4541-B120-6C10C2789332}" type="sibTrans" cxnId="{87447114-E13A-4864-8E4C-A1E8664E5A2D}">
      <dgm:prSet/>
      <dgm:spPr/>
      <dgm:t>
        <a:bodyPr/>
        <a:lstStyle/>
        <a:p>
          <a:endParaRPr lang="en-IN"/>
        </a:p>
      </dgm:t>
    </dgm:pt>
    <dgm:pt modelId="{C1A4F3F1-02B0-4ED0-AF56-10849287888A}">
      <dgm:prSet phldrT="[Text]" custT="1"/>
      <dgm:spPr/>
      <dgm:t>
        <a:bodyPr/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  <a:t>Created calculated fields and interactive </a:t>
          </a:r>
          <a:r>
            <a:rPr lang="en-IN" sz="1800" kern="1200">
              <a:latin typeface="Arial Rounded MT Bold" panose="020F0704030504030204" pitchFamily="34" charset="0"/>
              <a:ea typeface="+mn-ea"/>
              <a:cs typeface="+mn-cs"/>
            </a:rPr>
            <a:t>visualizations.</a:t>
          </a:r>
          <a:br>
            <a:rPr lang="en-IN" sz="1800" kern="1200">
              <a:latin typeface="Arial Rounded MT Bold" panose="020F0704030504030204" pitchFamily="34" charset="0"/>
              <a:ea typeface="+mn-ea"/>
              <a:cs typeface="+mn-cs"/>
            </a:rPr>
          </a:br>
          <a:endParaRPr lang="en-IN" sz="1800" kern="1200" dirty="0"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4BD57083-F321-4A0C-9C39-49A6FF6756B4}" type="parTrans" cxnId="{954E72B2-625D-4094-96BA-8D268718A606}">
      <dgm:prSet/>
      <dgm:spPr/>
      <dgm:t>
        <a:bodyPr/>
        <a:lstStyle/>
        <a:p>
          <a:endParaRPr lang="en-IN"/>
        </a:p>
      </dgm:t>
    </dgm:pt>
    <dgm:pt modelId="{524107C3-63F2-4C2D-A5CF-E9E0799E609B}" type="sibTrans" cxnId="{954E72B2-625D-4094-96BA-8D268718A606}">
      <dgm:prSet/>
      <dgm:spPr/>
      <dgm:t>
        <a:bodyPr/>
        <a:lstStyle/>
        <a:p>
          <a:endParaRPr lang="en-IN"/>
        </a:p>
      </dgm:t>
    </dgm:pt>
    <dgm:pt modelId="{D39BB43C-1F11-42F9-B641-5AA7E2CA52B2}">
      <dgm:prSet phldrT="[Text]"/>
      <dgm:spPr/>
      <dgm:t>
        <a:bodyPr/>
        <a:lstStyle/>
        <a:p>
          <a:pPr>
            <a:buNone/>
          </a:pPr>
          <a:r>
            <a:rPr lang="en-IN" b="1" dirty="0"/>
            <a:t>Interactive Analysis</a:t>
          </a:r>
          <a:endParaRPr lang="en-IN" dirty="0"/>
        </a:p>
      </dgm:t>
    </dgm:pt>
    <dgm:pt modelId="{896B3B26-9313-4980-B653-24B3C2A90D5E}" type="parTrans" cxnId="{9206DE0D-F7F8-4938-8060-4FDC2CE265E3}">
      <dgm:prSet/>
      <dgm:spPr/>
      <dgm:t>
        <a:bodyPr/>
        <a:lstStyle/>
        <a:p>
          <a:endParaRPr lang="en-IN"/>
        </a:p>
      </dgm:t>
    </dgm:pt>
    <dgm:pt modelId="{4A77EED6-9B40-4661-BECE-764DDC873C49}" type="sibTrans" cxnId="{9206DE0D-F7F8-4938-8060-4FDC2CE265E3}">
      <dgm:prSet/>
      <dgm:spPr/>
      <dgm:t>
        <a:bodyPr/>
        <a:lstStyle/>
        <a:p>
          <a:endParaRPr lang="en-IN"/>
        </a:p>
      </dgm:t>
    </dgm:pt>
    <dgm:pt modelId="{3188677D-0B3B-4F90-98A9-5025DED325C3}">
      <dgm:prSet phldrT="[Text]" custT="1"/>
      <dgm:spPr/>
      <dgm:t>
        <a:bodyPr/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  <a:t>Analysed loan trends, status, states, purposes and verification.</a:t>
          </a:r>
          <a:b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</a:br>
          <a:endParaRPr lang="en-IN" sz="1800" kern="1200" dirty="0">
            <a:latin typeface="Arial Rounded MT Bold" panose="020F0704030504030204" pitchFamily="34" charset="0"/>
            <a:ea typeface="+mn-ea"/>
            <a:cs typeface="+mn-cs"/>
          </a:endParaRPr>
        </a:p>
      </dgm:t>
    </dgm:pt>
    <dgm:pt modelId="{868FFDA6-EC59-46C0-AD7F-BB9EE80049AE}" type="parTrans" cxnId="{468FB009-22F2-4458-A2A7-823ACEF54DFB}">
      <dgm:prSet/>
      <dgm:spPr/>
      <dgm:t>
        <a:bodyPr/>
        <a:lstStyle/>
        <a:p>
          <a:endParaRPr lang="en-IN"/>
        </a:p>
      </dgm:t>
    </dgm:pt>
    <dgm:pt modelId="{08A86974-034D-4F58-A880-2C0E3D9E5503}" type="sibTrans" cxnId="{468FB009-22F2-4458-A2A7-823ACEF54DFB}">
      <dgm:prSet/>
      <dgm:spPr/>
      <dgm:t>
        <a:bodyPr/>
        <a:lstStyle/>
        <a:p>
          <a:endParaRPr lang="en-IN"/>
        </a:p>
      </dgm:t>
    </dgm:pt>
    <dgm:pt modelId="{BE747EC7-7771-41B4-88D3-A7C88E977427}" type="pres">
      <dgm:prSet presAssocID="{BCB3AF1B-0F72-4738-98DB-A49DC40919B5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D0DBF30D-80CB-45B5-8DF2-A14428BEA5F7}" type="pres">
      <dgm:prSet presAssocID="{6C144477-61C6-40CC-9B26-275FAD32658C}" presName="composite" presStyleCnt="0"/>
      <dgm:spPr/>
    </dgm:pt>
    <dgm:pt modelId="{607309DD-0F60-4FBF-9A3A-C5971FCD4B23}" type="pres">
      <dgm:prSet presAssocID="{6C144477-61C6-40CC-9B26-275FAD32658C}" presName="FirstChild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95BC05AE-585D-469F-8E01-316198DF763F}" type="pres">
      <dgm:prSet presAssocID="{6C144477-61C6-40CC-9B26-275FAD32658C}" presName="Parent" presStyleLbl="alignNode1" presStyleIdx="0" presStyleCnt="4">
        <dgm:presLayoutVars>
          <dgm:chMax val="3"/>
          <dgm:chPref val="3"/>
          <dgm:bulletEnabled val="1"/>
        </dgm:presLayoutVars>
      </dgm:prSet>
      <dgm:spPr/>
    </dgm:pt>
    <dgm:pt modelId="{9672EB84-3B9C-4798-96DB-DC784006EA1A}" type="pres">
      <dgm:prSet presAssocID="{6C144477-61C6-40CC-9B26-275FAD32658C}" presName="Accent" presStyleLbl="parChTrans1D1" presStyleIdx="0" presStyleCnt="4" custLinFactY="417222" custLinFactNeighborX="30963" custLinFactNeighborY="500000"/>
      <dgm:spPr/>
    </dgm:pt>
    <dgm:pt modelId="{2C600EC5-D915-4294-BA11-F13D9B155D7D}" type="pres">
      <dgm:prSet presAssocID="{BB158F94-4238-4B72-8020-A7BE9A94D9AF}" presName="sibTrans" presStyleCnt="0"/>
      <dgm:spPr/>
    </dgm:pt>
    <dgm:pt modelId="{AB867080-C3C8-445A-B978-ED3AD0D79116}" type="pres">
      <dgm:prSet presAssocID="{CE9C5DF8-3109-4F31-AE05-01E4A6058D88}" presName="composite" presStyleCnt="0"/>
      <dgm:spPr/>
    </dgm:pt>
    <dgm:pt modelId="{EFB8F95E-B359-436A-A62B-DB919D9BC78A}" type="pres">
      <dgm:prSet presAssocID="{CE9C5DF8-3109-4F31-AE05-01E4A6058D88}" presName="First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0FE7D5B7-335B-4E79-BD80-785DA000A87B}" type="pres">
      <dgm:prSet presAssocID="{CE9C5DF8-3109-4F31-AE05-01E4A6058D88}" presName="Parent" presStyleLbl="alignNode1" presStyleIdx="1" presStyleCnt="4">
        <dgm:presLayoutVars>
          <dgm:chMax val="3"/>
          <dgm:chPref val="3"/>
          <dgm:bulletEnabled val="1"/>
        </dgm:presLayoutVars>
      </dgm:prSet>
      <dgm:spPr/>
    </dgm:pt>
    <dgm:pt modelId="{1AEAE144-DD86-44BA-9604-468613E98E65}" type="pres">
      <dgm:prSet presAssocID="{CE9C5DF8-3109-4F31-AE05-01E4A6058D88}" presName="Accent" presStyleLbl="parChTrans1D1" presStyleIdx="1" presStyleCnt="4"/>
      <dgm:spPr/>
    </dgm:pt>
    <dgm:pt modelId="{4E8CF0E5-E111-4BEF-A6CA-CBB22B69E4F2}" type="pres">
      <dgm:prSet presAssocID="{3DBAD847-F89A-4AF7-8660-2CCB88AAD818}" presName="sibTrans" presStyleCnt="0"/>
      <dgm:spPr/>
    </dgm:pt>
    <dgm:pt modelId="{428A9293-9C2B-4751-BD67-CD1576426863}" type="pres">
      <dgm:prSet presAssocID="{97F98331-7E8F-4B5C-B781-D5256321F5A1}" presName="composite" presStyleCnt="0"/>
      <dgm:spPr/>
    </dgm:pt>
    <dgm:pt modelId="{0540D086-C987-4B83-B63A-9D9889460BF1}" type="pres">
      <dgm:prSet presAssocID="{97F98331-7E8F-4B5C-B781-D5256321F5A1}" presName="First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E5CE41A-AFCB-4A28-9AFD-E00E06AF942C}" type="pres">
      <dgm:prSet presAssocID="{97F98331-7E8F-4B5C-B781-D5256321F5A1}" presName="Parent" presStyleLbl="alignNode1" presStyleIdx="2" presStyleCnt="4">
        <dgm:presLayoutVars>
          <dgm:chMax val="3"/>
          <dgm:chPref val="3"/>
          <dgm:bulletEnabled val="1"/>
        </dgm:presLayoutVars>
      </dgm:prSet>
      <dgm:spPr/>
    </dgm:pt>
    <dgm:pt modelId="{261A20F5-E8AC-4092-B26D-DF39EF36AE6D}" type="pres">
      <dgm:prSet presAssocID="{97F98331-7E8F-4B5C-B781-D5256321F5A1}" presName="Accent" presStyleLbl="parChTrans1D1" presStyleIdx="2" presStyleCnt="4"/>
      <dgm:spPr/>
    </dgm:pt>
    <dgm:pt modelId="{1F4772AC-D062-4083-B369-93FA8B79D259}" type="pres">
      <dgm:prSet presAssocID="{79B581D8-7803-4541-B120-6C10C2789332}" presName="sibTrans" presStyleCnt="0"/>
      <dgm:spPr/>
    </dgm:pt>
    <dgm:pt modelId="{F79155E1-B60A-4772-8054-E3DB64469D10}" type="pres">
      <dgm:prSet presAssocID="{D39BB43C-1F11-42F9-B641-5AA7E2CA52B2}" presName="composite" presStyleCnt="0"/>
      <dgm:spPr/>
    </dgm:pt>
    <dgm:pt modelId="{874DD84F-F967-4DEB-A010-54569758A6EB}" type="pres">
      <dgm:prSet presAssocID="{D39BB43C-1F11-42F9-B641-5AA7E2CA52B2}" presName="FirstChild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ACA28118-9EF2-43AE-B39E-3E3AE112CF01}" type="pres">
      <dgm:prSet presAssocID="{D39BB43C-1F11-42F9-B641-5AA7E2CA52B2}" presName="Parent" presStyleLbl="alignNode1" presStyleIdx="3" presStyleCnt="4">
        <dgm:presLayoutVars>
          <dgm:chMax val="3"/>
          <dgm:chPref val="3"/>
          <dgm:bulletEnabled val="1"/>
        </dgm:presLayoutVars>
      </dgm:prSet>
      <dgm:spPr/>
    </dgm:pt>
    <dgm:pt modelId="{6B8904FD-31A3-42AC-BDF0-F48BE1C8FA96}" type="pres">
      <dgm:prSet presAssocID="{D39BB43C-1F11-42F9-B641-5AA7E2CA52B2}" presName="Accent" presStyleLbl="parChTrans1D1" presStyleIdx="3" presStyleCnt="4"/>
      <dgm:spPr/>
    </dgm:pt>
  </dgm:ptLst>
  <dgm:cxnLst>
    <dgm:cxn modelId="{468FB009-22F2-4458-A2A7-823ACEF54DFB}" srcId="{D39BB43C-1F11-42F9-B641-5AA7E2CA52B2}" destId="{3188677D-0B3B-4F90-98A9-5025DED325C3}" srcOrd="0" destOrd="0" parTransId="{868FFDA6-EC59-46C0-AD7F-BB9EE80049AE}" sibTransId="{08A86974-034D-4F58-A880-2C0E3D9E5503}"/>
    <dgm:cxn modelId="{9206DE0D-F7F8-4938-8060-4FDC2CE265E3}" srcId="{BCB3AF1B-0F72-4738-98DB-A49DC40919B5}" destId="{D39BB43C-1F11-42F9-B641-5AA7E2CA52B2}" srcOrd="3" destOrd="0" parTransId="{896B3B26-9313-4980-B653-24B3C2A90D5E}" sibTransId="{4A77EED6-9B40-4661-BECE-764DDC873C49}"/>
    <dgm:cxn modelId="{87447114-E13A-4864-8E4C-A1E8664E5A2D}" srcId="{BCB3AF1B-0F72-4738-98DB-A49DC40919B5}" destId="{97F98331-7E8F-4B5C-B781-D5256321F5A1}" srcOrd="2" destOrd="0" parTransId="{2F88B433-C89F-4B04-ACBE-D8863AE57512}" sibTransId="{79B581D8-7803-4541-B120-6C10C2789332}"/>
    <dgm:cxn modelId="{9712B624-7D0C-440B-BBA9-AE7C31C24BA5}" srcId="{BCB3AF1B-0F72-4738-98DB-A49DC40919B5}" destId="{CE9C5DF8-3109-4F31-AE05-01E4A6058D88}" srcOrd="1" destOrd="0" parTransId="{AD57271C-357A-43A5-87AD-B812F491F2B2}" sibTransId="{3DBAD847-F89A-4AF7-8660-2CCB88AAD818}"/>
    <dgm:cxn modelId="{43CCED27-3FD2-44B6-9C78-545EAD6D84BE}" type="presOf" srcId="{C1A4F3F1-02B0-4ED0-AF56-10849287888A}" destId="{0540D086-C987-4B83-B63A-9D9889460BF1}" srcOrd="0" destOrd="0" presId="urn:microsoft.com/office/officeart/2011/layout/TabList"/>
    <dgm:cxn modelId="{27ECB54A-57AF-47DC-A560-A5ABFE468D57}" srcId="{6C144477-61C6-40CC-9B26-275FAD32658C}" destId="{48CB87B4-78E3-4CC8-B62E-9D9262C06D97}" srcOrd="0" destOrd="0" parTransId="{A890F9FC-6BAA-41B0-8E82-7C070DB90982}" sibTransId="{E7B7B9FA-D3A2-487D-89EF-B0395C25DD83}"/>
    <dgm:cxn modelId="{81B18883-60B5-4FCD-AF39-679377A0574A}" type="presOf" srcId="{97F98331-7E8F-4B5C-B781-D5256321F5A1}" destId="{AE5CE41A-AFCB-4A28-9AFD-E00E06AF942C}" srcOrd="0" destOrd="0" presId="urn:microsoft.com/office/officeart/2011/layout/TabList"/>
    <dgm:cxn modelId="{2A133E96-68CA-4CF4-880E-AC72C35AAE79}" type="presOf" srcId="{48CB87B4-78E3-4CC8-B62E-9D9262C06D97}" destId="{607309DD-0F60-4FBF-9A3A-C5971FCD4B23}" srcOrd="0" destOrd="0" presId="urn:microsoft.com/office/officeart/2011/layout/TabList"/>
    <dgm:cxn modelId="{8E4828A1-C2B1-480A-86CD-15495C570A73}" type="presOf" srcId="{D39BB43C-1F11-42F9-B641-5AA7E2CA52B2}" destId="{ACA28118-9EF2-43AE-B39E-3E3AE112CF01}" srcOrd="0" destOrd="0" presId="urn:microsoft.com/office/officeart/2011/layout/TabList"/>
    <dgm:cxn modelId="{978847A5-5C88-45D4-A5A2-1C263DF0F101}" srcId="{BCB3AF1B-0F72-4738-98DB-A49DC40919B5}" destId="{6C144477-61C6-40CC-9B26-275FAD32658C}" srcOrd="0" destOrd="0" parTransId="{868C9B96-2162-4090-8067-CC316CD41B6C}" sibTransId="{BB158F94-4238-4B72-8020-A7BE9A94D9AF}"/>
    <dgm:cxn modelId="{794101AC-1054-47E3-89D9-E18AB209C365}" type="presOf" srcId="{BCB3AF1B-0F72-4738-98DB-A49DC40919B5}" destId="{BE747EC7-7771-41B4-88D3-A7C88E977427}" srcOrd="0" destOrd="0" presId="urn:microsoft.com/office/officeart/2011/layout/TabList"/>
    <dgm:cxn modelId="{40A651B2-C5D4-439B-8D06-168FACE197B8}" type="presOf" srcId="{6C144477-61C6-40CC-9B26-275FAD32658C}" destId="{95BC05AE-585D-469F-8E01-316198DF763F}" srcOrd="0" destOrd="0" presId="urn:microsoft.com/office/officeart/2011/layout/TabList"/>
    <dgm:cxn modelId="{954E72B2-625D-4094-96BA-8D268718A606}" srcId="{97F98331-7E8F-4B5C-B781-D5256321F5A1}" destId="{C1A4F3F1-02B0-4ED0-AF56-10849287888A}" srcOrd="0" destOrd="0" parTransId="{4BD57083-F321-4A0C-9C39-49A6FF6756B4}" sibTransId="{524107C3-63F2-4C2D-A5CF-E9E0799E609B}"/>
    <dgm:cxn modelId="{79882ABD-0E06-4D71-A4AC-FB2E156B14FA}" srcId="{CE9C5DF8-3109-4F31-AE05-01E4A6058D88}" destId="{7DBB2EB7-4C3B-4661-BA2E-B653F84C4EF1}" srcOrd="0" destOrd="0" parTransId="{79A903F6-42A6-41BD-83B2-54D2D72C2CAC}" sibTransId="{AF98E8A5-CF17-4602-82AB-C6D6487CF914}"/>
    <dgm:cxn modelId="{650B96D5-4DF0-4092-909B-6A8B39F43004}" type="presOf" srcId="{CE9C5DF8-3109-4F31-AE05-01E4A6058D88}" destId="{0FE7D5B7-335B-4E79-BD80-785DA000A87B}" srcOrd="0" destOrd="0" presId="urn:microsoft.com/office/officeart/2011/layout/TabList"/>
    <dgm:cxn modelId="{60E060E5-26C1-40C8-A2A6-DD35A029B25B}" type="presOf" srcId="{3188677D-0B3B-4F90-98A9-5025DED325C3}" destId="{874DD84F-F967-4DEB-A010-54569758A6EB}" srcOrd="0" destOrd="0" presId="urn:microsoft.com/office/officeart/2011/layout/TabList"/>
    <dgm:cxn modelId="{0DE4A1E7-6511-4A60-BCF0-BEB441AD74D2}" type="presOf" srcId="{7DBB2EB7-4C3B-4661-BA2E-B653F84C4EF1}" destId="{EFB8F95E-B359-436A-A62B-DB919D9BC78A}" srcOrd="0" destOrd="0" presId="urn:microsoft.com/office/officeart/2011/layout/TabList"/>
    <dgm:cxn modelId="{D5EE5251-867F-4424-9D61-E2DF996BC019}" type="presParOf" srcId="{BE747EC7-7771-41B4-88D3-A7C88E977427}" destId="{D0DBF30D-80CB-45B5-8DF2-A14428BEA5F7}" srcOrd="0" destOrd="0" presId="urn:microsoft.com/office/officeart/2011/layout/TabList"/>
    <dgm:cxn modelId="{69CF6B85-A5CE-448E-83BF-826A9A9B1C5D}" type="presParOf" srcId="{D0DBF30D-80CB-45B5-8DF2-A14428BEA5F7}" destId="{607309DD-0F60-4FBF-9A3A-C5971FCD4B23}" srcOrd="0" destOrd="0" presId="urn:microsoft.com/office/officeart/2011/layout/TabList"/>
    <dgm:cxn modelId="{6693ABD6-1A6A-4ED0-9839-FD4B3ADDC9D0}" type="presParOf" srcId="{D0DBF30D-80CB-45B5-8DF2-A14428BEA5F7}" destId="{95BC05AE-585D-469F-8E01-316198DF763F}" srcOrd="1" destOrd="0" presId="urn:microsoft.com/office/officeart/2011/layout/TabList"/>
    <dgm:cxn modelId="{97E78DFB-9848-4B97-A94D-2B7EF93364EC}" type="presParOf" srcId="{D0DBF30D-80CB-45B5-8DF2-A14428BEA5F7}" destId="{9672EB84-3B9C-4798-96DB-DC784006EA1A}" srcOrd="2" destOrd="0" presId="urn:microsoft.com/office/officeart/2011/layout/TabList"/>
    <dgm:cxn modelId="{88F1FE1D-0051-4CDE-B374-7A62839F038F}" type="presParOf" srcId="{BE747EC7-7771-41B4-88D3-A7C88E977427}" destId="{2C600EC5-D915-4294-BA11-F13D9B155D7D}" srcOrd="1" destOrd="0" presId="urn:microsoft.com/office/officeart/2011/layout/TabList"/>
    <dgm:cxn modelId="{DC6FAB4E-BA22-4436-98AA-B248F31EB32E}" type="presParOf" srcId="{BE747EC7-7771-41B4-88D3-A7C88E977427}" destId="{AB867080-C3C8-445A-B978-ED3AD0D79116}" srcOrd="2" destOrd="0" presId="urn:microsoft.com/office/officeart/2011/layout/TabList"/>
    <dgm:cxn modelId="{6E1DC319-A2E4-44E7-B6D6-ED2B1589EC4E}" type="presParOf" srcId="{AB867080-C3C8-445A-B978-ED3AD0D79116}" destId="{EFB8F95E-B359-436A-A62B-DB919D9BC78A}" srcOrd="0" destOrd="0" presId="urn:microsoft.com/office/officeart/2011/layout/TabList"/>
    <dgm:cxn modelId="{B6F0C307-E539-4353-9437-3F6E457B4B7D}" type="presParOf" srcId="{AB867080-C3C8-445A-B978-ED3AD0D79116}" destId="{0FE7D5B7-335B-4E79-BD80-785DA000A87B}" srcOrd="1" destOrd="0" presId="urn:microsoft.com/office/officeart/2011/layout/TabList"/>
    <dgm:cxn modelId="{F68B247D-A164-4AFB-BE92-D5FBFA24BC89}" type="presParOf" srcId="{AB867080-C3C8-445A-B978-ED3AD0D79116}" destId="{1AEAE144-DD86-44BA-9604-468613E98E65}" srcOrd="2" destOrd="0" presId="urn:microsoft.com/office/officeart/2011/layout/TabList"/>
    <dgm:cxn modelId="{892A1713-64A7-435B-8DA2-18CF113E392D}" type="presParOf" srcId="{BE747EC7-7771-41B4-88D3-A7C88E977427}" destId="{4E8CF0E5-E111-4BEF-A6CA-CBB22B69E4F2}" srcOrd="3" destOrd="0" presId="urn:microsoft.com/office/officeart/2011/layout/TabList"/>
    <dgm:cxn modelId="{E5101C7A-1FF0-4F7B-BB7C-1ED60BB035AE}" type="presParOf" srcId="{BE747EC7-7771-41B4-88D3-A7C88E977427}" destId="{428A9293-9C2B-4751-BD67-CD1576426863}" srcOrd="4" destOrd="0" presId="urn:microsoft.com/office/officeart/2011/layout/TabList"/>
    <dgm:cxn modelId="{6017D404-FE2C-475A-884C-DB9DC4D41CE2}" type="presParOf" srcId="{428A9293-9C2B-4751-BD67-CD1576426863}" destId="{0540D086-C987-4B83-B63A-9D9889460BF1}" srcOrd="0" destOrd="0" presId="urn:microsoft.com/office/officeart/2011/layout/TabList"/>
    <dgm:cxn modelId="{9693B82A-3057-47C2-B0C1-039143D6433F}" type="presParOf" srcId="{428A9293-9C2B-4751-BD67-CD1576426863}" destId="{AE5CE41A-AFCB-4A28-9AFD-E00E06AF942C}" srcOrd="1" destOrd="0" presId="urn:microsoft.com/office/officeart/2011/layout/TabList"/>
    <dgm:cxn modelId="{E561111E-AA1D-4C9D-9D6F-EF50B739EAB8}" type="presParOf" srcId="{428A9293-9C2B-4751-BD67-CD1576426863}" destId="{261A20F5-E8AC-4092-B26D-DF39EF36AE6D}" srcOrd="2" destOrd="0" presId="urn:microsoft.com/office/officeart/2011/layout/TabList"/>
    <dgm:cxn modelId="{FC9FD160-DD13-4B86-A0C9-DAFAC69E509F}" type="presParOf" srcId="{BE747EC7-7771-41B4-88D3-A7C88E977427}" destId="{1F4772AC-D062-4083-B369-93FA8B79D259}" srcOrd="5" destOrd="0" presId="urn:microsoft.com/office/officeart/2011/layout/TabList"/>
    <dgm:cxn modelId="{4AC3B456-34CF-43C5-8D65-DF6665F401B0}" type="presParOf" srcId="{BE747EC7-7771-41B4-88D3-A7C88E977427}" destId="{F79155E1-B60A-4772-8054-E3DB64469D10}" srcOrd="6" destOrd="0" presId="urn:microsoft.com/office/officeart/2011/layout/TabList"/>
    <dgm:cxn modelId="{9DDC9716-D559-4B86-B971-8AB22F9F34D6}" type="presParOf" srcId="{F79155E1-B60A-4772-8054-E3DB64469D10}" destId="{874DD84F-F967-4DEB-A010-54569758A6EB}" srcOrd="0" destOrd="0" presId="urn:microsoft.com/office/officeart/2011/layout/TabList"/>
    <dgm:cxn modelId="{D112849F-D0E0-4370-AC75-763D07ABFEF1}" type="presParOf" srcId="{F79155E1-B60A-4772-8054-E3DB64469D10}" destId="{ACA28118-9EF2-43AE-B39E-3E3AE112CF01}" srcOrd="1" destOrd="0" presId="urn:microsoft.com/office/officeart/2011/layout/TabList"/>
    <dgm:cxn modelId="{80E9D067-D93A-4982-B617-362AB878759A}" type="presParOf" srcId="{F79155E1-B60A-4772-8054-E3DB64469D10}" destId="{6B8904FD-31A3-42AC-BDF0-F48BE1C8FA96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C245E3B-5DA2-4914-ACD1-4C3A74CFD362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FD8B35EF-F492-43D3-B365-EEAE1EF3AFA3}">
      <dgm:prSet phldrT="[Text]" custT="1"/>
      <dgm:spPr/>
      <dgm:t>
        <a:bodyPr/>
        <a:lstStyle/>
        <a:p>
          <a:r>
            <a:rPr lang="en-IN" sz="1100" b="0" dirty="0">
              <a:latin typeface="Arial Rounded MT Bold" panose="020F0704030504030204" pitchFamily="34" charset="0"/>
            </a:rPr>
            <a:t>Banking Data </a:t>
          </a:r>
        </a:p>
      </dgm:t>
    </dgm:pt>
    <dgm:pt modelId="{D544783E-682B-44C1-A705-0E627AA9A461}" type="parTrans" cxnId="{EF77317D-5B87-414A-8D2F-1E69E0632A0B}">
      <dgm:prSet/>
      <dgm:spPr/>
      <dgm:t>
        <a:bodyPr/>
        <a:lstStyle/>
        <a:p>
          <a:endParaRPr lang="en-IN"/>
        </a:p>
      </dgm:t>
    </dgm:pt>
    <dgm:pt modelId="{05ECCD70-9181-4E9F-8640-3FF4F91614F1}" type="sibTrans" cxnId="{EF77317D-5B87-414A-8D2F-1E69E0632A0B}">
      <dgm:prSet/>
      <dgm:spPr/>
      <dgm:t>
        <a:bodyPr/>
        <a:lstStyle/>
        <a:p>
          <a:endParaRPr lang="en-IN"/>
        </a:p>
      </dgm:t>
    </dgm:pt>
    <dgm:pt modelId="{883B575F-3324-4070-AB12-9C7CC4DC8FD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b="0" dirty="0">
              <a:latin typeface="Arial Rounded MT Bold" panose="020F0704030504030204" pitchFamily="34" charset="0"/>
            </a:rPr>
            <a:t>Power Query </a:t>
          </a:r>
        </a:p>
      </dgm:t>
    </dgm:pt>
    <dgm:pt modelId="{497C1902-733E-4270-96D4-10ACD55B75F4}" type="parTrans" cxnId="{17467EB2-46D8-4466-AF9A-26B855371E8A}">
      <dgm:prSet/>
      <dgm:spPr/>
      <dgm:t>
        <a:bodyPr/>
        <a:lstStyle/>
        <a:p>
          <a:endParaRPr lang="en-IN"/>
        </a:p>
      </dgm:t>
    </dgm:pt>
    <dgm:pt modelId="{970147F5-85FD-4408-9AB6-C87C7CC1A645}" type="sibTrans" cxnId="{17467EB2-46D8-4466-AF9A-26B855371E8A}">
      <dgm:prSet/>
      <dgm:spPr/>
      <dgm:t>
        <a:bodyPr/>
        <a:lstStyle/>
        <a:p>
          <a:endParaRPr lang="en-IN"/>
        </a:p>
      </dgm:t>
    </dgm:pt>
    <dgm:pt modelId="{1AFC0D60-5C10-4E54-89B0-A03C15830BB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b="0" dirty="0">
              <a:latin typeface="Arial Rounded MT Bold" panose="020F0704030504030204" pitchFamily="34" charset="0"/>
            </a:rPr>
            <a:t>Merge Tables </a:t>
          </a:r>
        </a:p>
      </dgm:t>
    </dgm:pt>
    <dgm:pt modelId="{BC442086-2899-424D-BAF0-4B0D4B4B236E}" type="parTrans" cxnId="{B5B4DCE2-F766-48BB-90BE-0B3AEFEFF030}">
      <dgm:prSet/>
      <dgm:spPr/>
      <dgm:t>
        <a:bodyPr/>
        <a:lstStyle/>
        <a:p>
          <a:endParaRPr lang="en-IN"/>
        </a:p>
      </dgm:t>
    </dgm:pt>
    <dgm:pt modelId="{4CB0A9A1-F878-48F8-9F8E-6900DCBF76F8}" type="sibTrans" cxnId="{B5B4DCE2-F766-48BB-90BE-0B3AEFEFF030}">
      <dgm:prSet/>
      <dgm:spPr/>
      <dgm:t>
        <a:bodyPr/>
        <a:lstStyle/>
        <a:p>
          <a:endParaRPr lang="en-IN"/>
        </a:p>
      </dgm:t>
    </dgm:pt>
    <dgm:pt modelId="{4D6396A6-F2D8-4110-B808-7321D146D6B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b="0">
              <a:latin typeface="Arial Rounded MT Bold" panose="020F0704030504030204" pitchFamily="34" charset="0"/>
            </a:rPr>
            <a:t>Calendar Table </a:t>
          </a:r>
        </a:p>
      </dgm:t>
    </dgm:pt>
    <dgm:pt modelId="{DBBB6329-EE16-4702-B9D7-7D827CDBD190}" type="parTrans" cxnId="{0C820930-906A-4502-8B6A-098C8F4E4B6B}">
      <dgm:prSet/>
      <dgm:spPr/>
      <dgm:t>
        <a:bodyPr/>
        <a:lstStyle/>
        <a:p>
          <a:endParaRPr lang="en-IN"/>
        </a:p>
      </dgm:t>
    </dgm:pt>
    <dgm:pt modelId="{21D806BF-A15E-48ED-8EAB-1F9FB6C45080}" type="sibTrans" cxnId="{0C820930-906A-4502-8B6A-098C8F4E4B6B}">
      <dgm:prSet/>
      <dgm:spPr/>
      <dgm:t>
        <a:bodyPr/>
        <a:lstStyle/>
        <a:p>
          <a:endParaRPr lang="en-IN"/>
        </a:p>
      </dgm:t>
    </dgm:pt>
    <dgm:pt modelId="{5582BFF5-FFD1-456E-AFC8-67114F0457F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b="0" dirty="0">
              <a:latin typeface="Arial Rounded MT Bold" panose="020F0704030504030204" pitchFamily="34" charset="0"/>
            </a:rPr>
            <a:t>Data Model </a:t>
          </a:r>
        </a:p>
      </dgm:t>
    </dgm:pt>
    <dgm:pt modelId="{73C6F392-867B-4927-9AEE-304867B9E039}" type="parTrans" cxnId="{ACE65A04-D012-4452-B4E7-404F2AAEF3E3}">
      <dgm:prSet/>
      <dgm:spPr/>
      <dgm:t>
        <a:bodyPr/>
        <a:lstStyle/>
        <a:p>
          <a:endParaRPr lang="en-IN"/>
        </a:p>
      </dgm:t>
    </dgm:pt>
    <dgm:pt modelId="{C23AC7CA-E426-41E0-87AD-905F1B121F5B}" type="sibTrans" cxnId="{ACE65A04-D012-4452-B4E7-404F2AAEF3E3}">
      <dgm:prSet/>
      <dgm:spPr/>
      <dgm:t>
        <a:bodyPr/>
        <a:lstStyle/>
        <a:p>
          <a:endParaRPr lang="en-IN"/>
        </a:p>
      </dgm:t>
    </dgm:pt>
    <dgm:pt modelId="{BBA91D73-8453-4DBB-80E0-4D57B5BF6B1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b="0">
              <a:latin typeface="Arial Rounded MT Bold" panose="020F0704030504030204" pitchFamily="34" charset="0"/>
            </a:rPr>
            <a:t>DAX Measures </a:t>
          </a:r>
        </a:p>
      </dgm:t>
    </dgm:pt>
    <dgm:pt modelId="{BD16914F-3680-4271-8D85-601C64B72997}" type="parTrans" cxnId="{CAB10C72-B94F-4B1D-99F5-D5751A392538}">
      <dgm:prSet/>
      <dgm:spPr/>
      <dgm:t>
        <a:bodyPr/>
        <a:lstStyle/>
        <a:p>
          <a:endParaRPr lang="en-IN"/>
        </a:p>
      </dgm:t>
    </dgm:pt>
    <dgm:pt modelId="{2B034770-8EC8-49D8-89F8-B4DE03CE09D9}" type="sibTrans" cxnId="{CAB10C72-B94F-4B1D-99F5-D5751A392538}">
      <dgm:prSet/>
      <dgm:spPr/>
      <dgm:t>
        <a:bodyPr/>
        <a:lstStyle/>
        <a:p>
          <a:endParaRPr lang="en-IN"/>
        </a:p>
      </dgm:t>
    </dgm:pt>
    <dgm:pt modelId="{911F120E-A009-45E4-9CB4-352D39A982A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b="0" dirty="0">
              <a:latin typeface="Arial Rounded MT Bold" panose="020F0704030504030204" pitchFamily="34" charset="0"/>
            </a:rPr>
            <a:t>Interactive</a:t>
          </a:r>
          <a:r>
            <a:rPr lang="en-IN" sz="1100" b="0" dirty="0">
              <a:latin typeface="Arial Rounded MT Bold" panose="020F0704030504030204" pitchFamily="34" charset="0"/>
            </a:rPr>
            <a:t> </a:t>
          </a:r>
          <a:r>
            <a:rPr lang="en-IN" sz="980" b="0" dirty="0">
              <a:latin typeface="Arial Rounded MT Bold" panose="020F0704030504030204" pitchFamily="34" charset="0"/>
            </a:rPr>
            <a:t>Dashboard</a:t>
          </a:r>
        </a:p>
      </dgm:t>
    </dgm:pt>
    <dgm:pt modelId="{DBE3FA69-F5C8-4ACB-B228-6EF0E43F49BA}" type="parTrans" cxnId="{A9FEFC40-A0D5-47C2-965E-C0C5CCB905AD}">
      <dgm:prSet/>
      <dgm:spPr/>
      <dgm:t>
        <a:bodyPr/>
        <a:lstStyle/>
        <a:p>
          <a:endParaRPr lang="en-IN"/>
        </a:p>
      </dgm:t>
    </dgm:pt>
    <dgm:pt modelId="{02FBC6A6-6810-48C7-BB4A-1650A53B5C72}" type="sibTrans" cxnId="{A9FEFC40-A0D5-47C2-965E-C0C5CCB905AD}">
      <dgm:prSet/>
      <dgm:spPr/>
      <dgm:t>
        <a:bodyPr/>
        <a:lstStyle/>
        <a:p>
          <a:endParaRPr lang="en-IN"/>
        </a:p>
      </dgm:t>
    </dgm:pt>
    <dgm:pt modelId="{D662C1A6-E839-4075-9E72-42332B520101}" type="pres">
      <dgm:prSet presAssocID="{8C245E3B-5DA2-4914-ACD1-4C3A74CFD362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84F93CEB-6CFE-443D-950A-3B186C3399D2}" type="pres">
      <dgm:prSet presAssocID="{FD8B35EF-F492-43D3-B365-EEAE1EF3AFA3}" presName="Accent1" presStyleCnt="0"/>
      <dgm:spPr/>
    </dgm:pt>
    <dgm:pt modelId="{D5E8043A-AF76-480B-8061-DACB2D26CA9C}" type="pres">
      <dgm:prSet presAssocID="{FD8B35EF-F492-43D3-B365-EEAE1EF3AFA3}" presName="Accent" presStyleLbl="node1" presStyleIdx="0" presStyleCnt="7"/>
      <dgm:spPr/>
    </dgm:pt>
    <dgm:pt modelId="{E06AE4A9-2FB3-4C4D-951D-2DE2F5B0FEC0}" type="pres">
      <dgm:prSet presAssocID="{FD8B35EF-F492-43D3-B365-EEAE1EF3AFA3}" presName="Parent1" presStyleLbl="revTx" presStyleIdx="0" presStyleCnt="7">
        <dgm:presLayoutVars>
          <dgm:chMax val="1"/>
          <dgm:chPref val="1"/>
          <dgm:bulletEnabled val="1"/>
        </dgm:presLayoutVars>
      </dgm:prSet>
      <dgm:spPr/>
    </dgm:pt>
    <dgm:pt modelId="{25053D73-6968-4F9A-8557-0ECA0E4559DE}" type="pres">
      <dgm:prSet presAssocID="{883B575F-3324-4070-AB12-9C7CC4DC8FD0}" presName="Accent2" presStyleCnt="0"/>
      <dgm:spPr/>
    </dgm:pt>
    <dgm:pt modelId="{D7BEA7D9-F163-44D1-866F-004E01092CA1}" type="pres">
      <dgm:prSet presAssocID="{883B575F-3324-4070-AB12-9C7CC4DC8FD0}" presName="Accent" presStyleLbl="node1" presStyleIdx="1" presStyleCnt="7"/>
      <dgm:spPr/>
    </dgm:pt>
    <dgm:pt modelId="{E2523484-C038-40B7-B8B5-FA6CEE4829ED}" type="pres">
      <dgm:prSet presAssocID="{883B575F-3324-4070-AB12-9C7CC4DC8FD0}" presName="Parent2" presStyleLbl="revTx" presStyleIdx="1" presStyleCnt="7">
        <dgm:presLayoutVars>
          <dgm:chMax val="1"/>
          <dgm:chPref val="1"/>
          <dgm:bulletEnabled val="1"/>
        </dgm:presLayoutVars>
      </dgm:prSet>
      <dgm:spPr/>
    </dgm:pt>
    <dgm:pt modelId="{707170DA-E945-4BC5-8863-395B76DDD496}" type="pres">
      <dgm:prSet presAssocID="{1AFC0D60-5C10-4E54-89B0-A03C15830BBF}" presName="Accent3" presStyleCnt="0"/>
      <dgm:spPr/>
    </dgm:pt>
    <dgm:pt modelId="{545FB49F-6095-408A-91F2-A926B98B4B34}" type="pres">
      <dgm:prSet presAssocID="{1AFC0D60-5C10-4E54-89B0-A03C15830BBF}" presName="Accent" presStyleLbl="node1" presStyleIdx="2" presStyleCnt="7"/>
      <dgm:spPr/>
    </dgm:pt>
    <dgm:pt modelId="{CB8C00CF-F28E-494D-ABF7-2456579FAC12}" type="pres">
      <dgm:prSet presAssocID="{1AFC0D60-5C10-4E54-89B0-A03C15830BBF}" presName="Parent3" presStyleLbl="revTx" presStyleIdx="2" presStyleCnt="7">
        <dgm:presLayoutVars>
          <dgm:chMax val="1"/>
          <dgm:chPref val="1"/>
          <dgm:bulletEnabled val="1"/>
        </dgm:presLayoutVars>
      </dgm:prSet>
      <dgm:spPr/>
    </dgm:pt>
    <dgm:pt modelId="{BAF53DA8-72A7-4BE8-B0C7-4B98C35779AE}" type="pres">
      <dgm:prSet presAssocID="{4D6396A6-F2D8-4110-B808-7321D146D6B4}" presName="Accent4" presStyleCnt="0"/>
      <dgm:spPr/>
    </dgm:pt>
    <dgm:pt modelId="{D1E15A26-D56F-4A52-A570-F1881B5B5C44}" type="pres">
      <dgm:prSet presAssocID="{4D6396A6-F2D8-4110-B808-7321D146D6B4}" presName="Accent" presStyleLbl="node1" presStyleIdx="3" presStyleCnt="7"/>
      <dgm:spPr/>
    </dgm:pt>
    <dgm:pt modelId="{52C1CD91-A9BC-495D-BBE1-66F2CD280B3A}" type="pres">
      <dgm:prSet presAssocID="{4D6396A6-F2D8-4110-B808-7321D146D6B4}" presName="Parent4" presStyleLbl="revTx" presStyleIdx="3" presStyleCnt="7">
        <dgm:presLayoutVars>
          <dgm:chMax val="1"/>
          <dgm:chPref val="1"/>
          <dgm:bulletEnabled val="1"/>
        </dgm:presLayoutVars>
      </dgm:prSet>
      <dgm:spPr/>
    </dgm:pt>
    <dgm:pt modelId="{A1CD149B-C3CB-416A-B74F-A896509F2B79}" type="pres">
      <dgm:prSet presAssocID="{5582BFF5-FFD1-456E-AFC8-67114F0457FC}" presName="Accent5" presStyleCnt="0"/>
      <dgm:spPr/>
    </dgm:pt>
    <dgm:pt modelId="{0F62B04B-CEC3-42D0-9D48-E6C6623358F3}" type="pres">
      <dgm:prSet presAssocID="{5582BFF5-FFD1-456E-AFC8-67114F0457FC}" presName="Accent" presStyleLbl="node1" presStyleIdx="4" presStyleCnt="7"/>
      <dgm:spPr/>
    </dgm:pt>
    <dgm:pt modelId="{483ECA3B-1E1B-442C-9361-B2BDACB5EC22}" type="pres">
      <dgm:prSet presAssocID="{5582BFF5-FFD1-456E-AFC8-67114F0457FC}" presName="Parent5" presStyleLbl="revTx" presStyleIdx="4" presStyleCnt="7">
        <dgm:presLayoutVars>
          <dgm:chMax val="1"/>
          <dgm:chPref val="1"/>
          <dgm:bulletEnabled val="1"/>
        </dgm:presLayoutVars>
      </dgm:prSet>
      <dgm:spPr/>
    </dgm:pt>
    <dgm:pt modelId="{AA380EC2-E17E-4846-860D-EB0A9E173A86}" type="pres">
      <dgm:prSet presAssocID="{BBA91D73-8453-4DBB-80E0-4D57B5BF6B13}" presName="Accent6" presStyleCnt="0"/>
      <dgm:spPr/>
    </dgm:pt>
    <dgm:pt modelId="{93A61B66-EC2A-4E6B-897D-FC189BDE0961}" type="pres">
      <dgm:prSet presAssocID="{BBA91D73-8453-4DBB-80E0-4D57B5BF6B13}" presName="Accent" presStyleLbl="node1" presStyleIdx="5" presStyleCnt="7"/>
      <dgm:spPr/>
    </dgm:pt>
    <dgm:pt modelId="{7BE9EB7B-9727-4A60-ACC6-B36E945CB981}" type="pres">
      <dgm:prSet presAssocID="{BBA91D73-8453-4DBB-80E0-4D57B5BF6B13}" presName="Parent6" presStyleLbl="revTx" presStyleIdx="5" presStyleCnt="7">
        <dgm:presLayoutVars>
          <dgm:chMax val="1"/>
          <dgm:chPref val="1"/>
          <dgm:bulletEnabled val="1"/>
        </dgm:presLayoutVars>
      </dgm:prSet>
      <dgm:spPr/>
    </dgm:pt>
    <dgm:pt modelId="{D40B480D-CB63-49EC-93BF-910F324F2A1C}" type="pres">
      <dgm:prSet presAssocID="{911F120E-A009-45E4-9CB4-352D39A982AF}" presName="Accent7" presStyleCnt="0"/>
      <dgm:spPr/>
    </dgm:pt>
    <dgm:pt modelId="{17902B06-DD30-4F58-AFD2-A6EFCA74384C}" type="pres">
      <dgm:prSet presAssocID="{911F120E-A009-45E4-9CB4-352D39A982AF}" presName="Accent" presStyleLbl="node1" presStyleIdx="6" presStyleCnt="7"/>
      <dgm:spPr/>
    </dgm:pt>
    <dgm:pt modelId="{6EC3EA4D-33F4-41EC-A736-957F23087D74}" type="pres">
      <dgm:prSet presAssocID="{911F120E-A009-45E4-9CB4-352D39A982AF}" presName="Parent7" presStyleLbl="revTx" presStyleIdx="6" presStyleCnt="7">
        <dgm:presLayoutVars>
          <dgm:chMax val="1"/>
          <dgm:chPref val="1"/>
          <dgm:bulletEnabled val="1"/>
        </dgm:presLayoutVars>
      </dgm:prSet>
      <dgm:spPr/>
    </dgm:pt>
  </dgm:ptLst>
  <dgm:cxnLst>
    <dgm:cxn modelId="{ACE65A04-D012-4452-B4E7-404F2AAEF3E3}" srcId="{8C245E3B-5DA2-4914-ACD1-4C3A74CFD362}" destId="{5582BFF5-FFD1-456E-AFC8-67114F0457FC}" srcOrd="4" destOrd="0" parTransId="{73C6F392-867B-4927-9AEE-304867B9E039}" sibTransId="{C23AC7CA-E426-41E0-87AD-905F1B121F5B}"/>
    <dgm:cxn modelId="{99976305-14C4-4E40-A560-4F32A778E860}" type="presOf" srcId="{FD8B35EF-F492-43D3-B365-EEAE1EF3AFA3}" destId="{E06AE4A9-2FB3-4C4D-951D-2DE2F5B0FEC0}" srcOrd="0" destOrd="0" presId="urn:microsoft.com/office/officeart/2009/layout/CircleArrowProcess"/>
    <dgm:cxn modelId="{14405112-7A98-41D9-8B01-01BF0D95AA4F}" type="presOf" srcId="{911F120E-A009-45E4-9CB4-352D39A982AF}" destId="{6EC3EA4D-33F4-41EC-A736-957F23087D74}" srcOrd="0" destOrd="0" presId="urn:microsoft.com/office/officeart/2009/layout/CircleArrowProcess"/>
    <dgm:cxn modelId="{0C820930-906A-4502-8B6A-098C8F4E4B6B}" srcId="{8C245E3B-5DA2-4914-ACD1-4C3A74CFD362}" destId="{4D6396A6-F2D8-4110-B808-7321D146D6B4}" srcOrd="3" destOrd="0" parTransId="{DBBB6329-EE16-4702-B9D7-7D827CDBD190}" sibTransId="{21D806BF-A15E-48ED-8EAB-1F9FB6C45080}"/>
    <dgm:cxn modelId="{7A00723A-FFD9-455F-9392-AA6EDFC8C7DB}" type="presOf" srcId="{883B575F-3324-4070-AB12-9C7CC4DC8FD0}" destId="{E2523484-C038-40B7-B8B5-FA6CEE4829ED}" srcOrd="0" destOrd="0" presId="urn:microsoft.com/office/officeart/2009/layout/CircleArrowProcess"/>
    <dgm:cxn modelId="{A9FEFC40-A0D5-47C2-965E-C0C5CCB905AD}" srcId="{8C245E3B-5DA2-4914-ACD1-4C3A74CFD362}" destId="{911F120E-A009-45E4-9CB4-352D39A982AF}" srcOrd="6" destOrd="0" parTransId="{DBE3FA69-F5C8-4ACB-B228-6EF0E43F49BA}" sibTransId="{02FBC6A6-6810-48C7-BB4A-1650A53B5C72}"/>
    <dgm:cxn modelId="{CAB10C72-B94F-4B1D-99F5-D5751A392538}" srcId="{8C245E3B-5DA2-4914-ACD1-4C3A74CFD362}" destId="{BBA91D73-8453-4DBB-80E0-4D57B5BF6B13}" srcOrd="5" destOrd="0" parTransId="{BD16914F-3680-4271-8D85-601C64B72997}" sibTransId="{2B034770-8EC8-49D8-89F8-B4DE03CE09D9}"/>
    <dgm:cxn modelId="{EF77317D-5B87-414A-8D2F-1E69E0632A0B}" srcId="{8C245E3B-5DA2-4914-ACD1-4C3A74CFD362}" destId="{FD8B35EF-F492-43D3-B365-EEAE1EF3AFA3}" srcOrd="0" destOrd="0" parTransId="{D544783E-682B-44C1-A705-0E627AA9A461}" sibTransId="{05ECCD70-9181-4E9F-8640-3FF4F91614F1}"/>
    <dgm:cxn modelId="{17467EB2-46D8-4466-AF9A-26B855371E8A}" srcId="{8C245E3B-5DA2-4914-ACD1-4C3A74CFD362}" destId="{883B575F-3324-4070-AB12-9C7CC4DC8FD0}" srcOrd="1" destOrd="0" parTransId="{497C1902-733E-4270-96D4-10ACD55B75F4}" sibTransId="{970147F5-85FD-4408-9AB6-C87C7CC1A645}"/>
    <dgm:cxn modelId="{BC0B1BBF-5C7B-40F1-80D5-16BF4C3AEEE1}" type="presOf" srcId="{4D6396A6-F2D8-4110-B808-7321D146D6B4}" destId="{52C1CD91-A9BC-495D-BBE1-66F2CD280B3A}" srcOrd="0" destOrd="0" presId="urn:microsoft.com/office/officeart/2009/layout/CircleArrowProcess"/>
    <dgm:cxn modelId="{4976C7BF-6F5D-455B-8A59-FF36BA6B5B48}" type="presOf" srcId="{8C245E3B-5DA2-4914-ACD1-4C3A74CFD362}" destId="{D662C1A6-E839-4075-9E72-42332B520101}" srcOrd="0" destOrd="0" presId="urn:microsoft.com/office/officeart/2009/layout/CircleArrowProcess"/>
    <dgm:cxn modelId="{30586BCA-3F05-4CC3-BA0F-03148D339079}" type="presOf" srcId="{BBA91D73-8453-4DBB-80E0-4D57B5BF6B13}" destId="{7BE9EB7B-9727-4A60-ACC6-B36E945CB981}" srcOrd="0" destOrd="0" presId="urn:microsoft.com/office/officeart/2009/layout/CircleArrowProcess"/>
    <dgm:cxn modelId="{B5B4DCE2-F766-48BB-90BE-0B3AEFEFF030}" srcId="{8C245E3B-5DA2-4914-ACD1-4C3A74CFD362}" destId="{1AFC0D60-5C10-4E54-89B0-A03C15830BBF}" srcOrd="2" destOrd="0" parTransId="{BC442086-2899-424D-BAF0-4B0D4B4B236E}" sibTransId="{4CB0A9A1-F878-48F8-9F8E-6900DCBF76F8}"/>
    <dgm:cxn modelId="{1DFE6EEB-659F-4233-9242-5B4EF995B1AB}" type="presOf" srcId="{1AFC0D60-5C10-4E54-89B0-A03C15830BBF}" destId="{CB8C00CF-F28E-494D-ABF7-2456579FAC12}" srcOrd="0" destOrd="0" presId="urn:microsoft.com/office/officeart/2009/layout/CircleArrowProcess"/>
    <dgm:cxn modelId="{FEA607EE-0016-4D6E-9D67-7E2FB9E642C4}" type="presOf" srcId="{5582BFF5-FFD1-456E-AFC8-67114F0457FC}" destId="{483ECA3B-1E1B-442C-9361-B2BDACB5EC22}" srcOrd="0" destOrd="0" presId="urn:microsoft.com/office/officeart/2009/layout/CircleArrowProcess"/>
    <dgm:cxn modelId="{D62D59D1-F525-4AED-8681-E9359B9C0E29}" type="presParOf" srcId="{D662C1A6-E839-4075-9E72-42332B520101}" destId="{84F93CEB-6CFE-443D-950A-3B186C3399D2}" srcOrd="0" destOrd="0" presId="urn:microsoft.com/office/officeart/2009/layout/CircleArrowProcess"/>
    <dgm:cxn modelId="{8BF65333-CC30-44CB-A5C6-5A6CB46D08C4}" type="presParOf" srcId="{84F93CEB-6CFE-443D-950A-3B186C3399D2}" destId="{D5E8043A-AF76-480B-8061-DACB2D26CA9C}" srcOrd="0" destOrd="0" presId="urn:microsoft.com/office/officeart/2009/layout/CircleArrowProcess"/>
    <dgm:cxn modelId="{BDCCC635-08DF-4BB6-B730-6AB1426685AC}" type="presParOf" srcId="{D662C1A6-E839-4075-9E72-42332B520101}" destId="{E06AE4A9-2FB3-4C4D-951D-2DE2F5B0FEC0}" srcOrd="1" destOrd="0" presId="urn:microsoft.com/office/officeart/2009/layout/CircleArrowProcess"/>
    <dgm:cxn modelId="{26F86101-977D-496B-98A6-B929952B6EB6}" type="presParOf" srcId="{D662C1A6-E839-4075-9E72-42332B520101}" destId="{25053D73-6968-4F9A-8557-0ECA0E4559DE}" srcOrd="2" destOrd="0" presId="urn:microsoft.com/office/officeart/2009/layout/CircleArrowProcess"/>
    <dgm:cxn modelId="{0B3932C3-1A36-4578-95BA-2A6786420B54}" type="presParOf" srcId="{25053D73-6968-4F9A-8557-0ECA0E4559DE}" destId="{D7BEA7D9-F163-44D1-866F-004E01092CA1}" srcOrd="0" destOrd="0" presId="urn:microsoft.com/office/officeart/2009/layout/CircleArrowProcess"/>
    <dgm:cxn modelId="{0F5B35EA-A5DE-4DDA-8ED4-396912B3B99C}" type="presParOf" srcId="{D662C1A6-E839-4075-9E72-42332B520101}" destId="{E2523484-C038-40B7-B8B5-FA6CEE4829ED}" srcOrd="3" destOrd="0" presId="urn:microsoft.com/office/officeart/2009/layout/CircleArrowProcess"/>
    <dgm:cxn modelId="{F544F046-DE92-4DA7-9DAB-F98D1D300A15}" type="presParOf" srcId="{D662C1A6-E839-4075-9E72-42332B520101}" destId="{707170DA-E945-4BC5-8863-395B76DDD496}" srcOrd="4" destOrd="0" presId="urn:microsoft.com/office/officeart/2009/layout/CircleArrowProcess"/>
    <dgm:cxn modelId="{507E7EC0-54BC-4537-8C02-676AA461B0D9}" type="presParOf" srcId="{707170DA-E945-4BC5-8863-395B76DDD496}" destId="{545FB49F-6095-408A-91F2-A926B98B4B34}" srcOrd="0" destOrd="0" presId="urn:microsoft.com/office/officeart/2009/layout/CircleArrowProcess"/>
    <dgm:cxn modelId="{1255BF7F-DC2D-404C-BAE5-09258C6C9718}" type="presParOf" srcId="{D662C1A6-E839-4075-9E72-42332B520101}" destId="{CB8C00CF-F28E-494D-ABF7-2456579FAC12}" srcOrd="5" destOrd="0" presId="urn:microsoft.com/office/officeart/2009/layout/CircleArrowProcess"/>
    <dgm:cxn modelId="{55FCA8C6-21EC-44F6-BBDA-B818AAC096BB}" type="presParOf" srcId="{D662C1A6-E839-4075-9E72-42332B520101}" destId="{BAF53DA8-72A7-4BE8-B0C7-4B98C35779AE}" srcOrd="6" destOrd="0" presId="urn:microsoft.com/office/officeart/2009/layout/CircleArrowProcess"/>
    <dgm:cxn modelId="{FB0BB908-2732-4BE5-80BA-95CF4AA18CF0}" type="presParOf" srcId="{BAF53DA8-72A7-4BE8-B0C7-4B98C35779AE}" destId="{D1E15A26-D56F-4A52-A570-F1881B5B5C44}" srcOrd="0" destOrd="0" presId="urn:microsoft.com/office/officeart/2009/layout/CircleArrowProcess"/>
    <dgm:cxn modelId="{04D4AB5C-66B1-400A-ABF9-10C37E021B2D}" type="presParOf" srcId="{D662C1A6-E839-4075-9E72-42332B520101}" destId="{52C1CD91-A9BC-495D-BBE1-66F2CD280B3A}" srcOrd="7" destOrd="0" presId="urn:microsoft.com/office/officeart/2009/layout/CircleArrowProcess"/>
    <dgm:cxn modelId="{CA195C04-653A-432F-BD9B-B671D7FA6E45}" type="presParOf" srcId="{D662C1A6-E839-4075-9E72-42332B520101}" destId="{A1CD149B-C3CB-416A-B74F-A896509F2B79}" srcOrd="8" destOrd="0" presId="urn:microsoft.com/office/officeart/2009/layout/CircleArrowProcess"/>
    <dgm:cxn modelId="{63B386FD-1116-46D1-8220-5254DC1C9617}" type="presParOf" srcId="{A1CD149B-C3CB-416A-B74F-A896509F2B79}" destId="{0F62B04B-CEC3-42D0-9D48-E6C6623358F3}" srcOrd="0" destOrd="0" presId="urn:microsoft.com/office/officeart/2009/layout/CircleArrowProcess"/>
    <dgm:cxn modelId="{AB4F8B65-EE6D-4BD9-AD84-BFA3DCC8EF11}" type="presParOf" srcId="{D662C1A6-E839-4075-9E72-42332B520101}" destId="{483ECA3B-1E1B-442C-9361-B2BDACB5EC22}" srcOrd="9" destOrd="0" presId="urn:microsoft.com/office/officeart/2009/layout/CircleArrowProcess"/>
    <dgm:cxn modelId="{50A1B69E-859B-432E-9BF5-A64B4370005C}" type="presParOf" srcId="{D662C1A6-E839-4075-9E72-42332B520101}" destId="{AA380EC2-E17E-4846-860D-EB0A9E173A86}" srcOrd="10" destOrd="0" presId="urn:microsoft.com/office/officeart/2009/layout/CircleArrowProcess"/>
    <dgm:cxn modelId="{968E8AD6-5E08-4C00-ADEA-97AAB02CC7C3}" type="presParOf" srcId="{AA380EC2-E17E-4846-860D-EB0A9E173A86}" destId="{93A61B66-EC2A-4E6B-897D-FC189BDE0961}" srcOrd="0" destOrd="0" presId="urn:microsoft.com/office/officeart/2009/layout/CircleArrowProcess"/>
    <dgm:cxn modelId="{622FD7F1-F220-4C52-93AD-2D31CCDCB829}" type="presParOf" srcId="{D662C1A6-E839-4075-9E72-42332B520101}" destId="{7BE9EB7B-9727-4A60-ACC6-B36E945CB981}" srcOrd="11" destOrd="0" presId="urn:microsoft.com/office/officeart/2009/layout/CircleArrowProcess"/>
    <dgm:cxn modelId="{A9C1D65B-D45C-456A-B1E5-F8941282E663}" type="presParOf" srcId="{D662C1A6-E839-4075-9E72-42332B520101}" destId="{D40B480D-CB63-49EC-93BF-910F324F2A1C}" srcOrd="12" destOrd="0" presId="urn:microsoft.com/office/officeart/2009/layout/CircleArrowProcess"/>
    <dgm:cxn modelId="{E93D31F9-60EF-4BE9-BDA5-0CFAFB43EBD9}" type="presParOf" srcId="{D40B480D-CB63-49EC-93BF-910F324F2A1C}" destId="{17902B06-DD30-4F58-AFD2-A6EFCA74384C}" srcOrd="0" destOrd="0" presId="urn:microsoft.com/office/officeart/2009/layout/CircleArrowProcess"/>
    <dgm:cxn modelId="{DBC2AC74-2BF8-4284-9284-3A5951515C84}" type="presParOf" srcId="{D662C1A6-E839-4075-9E72-42332B520101}" destId="{6EC3EA4D-33F4-41EC-A736-957F23087D74}" srcOrd="13" destOrd="0" presId="urn:microsoft.com/office/officeart/2009/layout/CircleArrowProcess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2B188C-85F2-41A1-9058-BC2888AD5DAC}">
      <dsp:nvSpPr>
        <dsp:cNvPr id="0" name=""/>
        <dsp:cNvSpPr/>
      </dsp:nvSpPr>
      <dsp:spPr>
        <a:xfrm>
          <a:off x="2478" y="610581"/>
          <a:ext cx="1966292" cy="11797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 Rounded MT Bold" panose="020F0704030504030204" pitchFamily="34" charset="0"/>
            </a:rPr>
            <a:t>Binal Vasant</a:t>
          </a:r>
          <a:endParaRPr lang="en-IN" sz="2000" b="0" kern="1200" dirty="0">
            <a:latin typeface="Arial Rounded MT Bold" panose="020F0704030504030204" pitchFamily="34" charset="0"/>
          </a:endParaRPr>
        </a:p>
      </dsp:txBody>
      <dsp:txXfrm>
        <a:off x="2478" y="610581"/>
        <a:ext cx="1966292" cy="1179775"/>
      </dsp:txXfrm>
    </dsp:sp>
    <dsp:sp modelId="{74E90A25-1BF0-40C6-AC9B-0E530B4903D9}">
      <dsp:nvSpPr>
        <dsp:cNvPr id="0" name=""/>
        <dsp:cNvSpPr/>
      </dsp:nvSpPr>
      <dsp:spPr>
        <a:xfrm>
          <a:off x="2165400" y="610581"/>
          <a:ext cx="1966292" cy="11797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 Rounded MT Bold" panose="020F0704030504030204" pitchFamily="34" charset="0"/>
            </a:rPr>
            <a:t>Suparna Bar</a:t>
          </a:r>
          <a:endParaRPr lang="en-IN" sz="2000" b="0" kern="1200" dirty="0">
            <a:latin typeface="Arial Rounded MT Bold" panose="020F0704030504030204" pitchFamily="34" charset="0"/>
          </a:endParaRPr>
        </a:p>
      </dsp:txBody>
      <dsp:txXfrm>
        <a:off x="2165400" y="610581"/>
        <a:ext cx="1966292" cy="1179775"/>
      </dsp:txXfrm>
    </dsp:sp>
    <dsp:sp modelId="{05E48E20-E9DA-4216-AD79-D3A4CBE0A93F}">
      <dsp:nvSpPr>
        <dsp:cNvPr id="0" name=""/>
        <dsp:cNvSpPr/>
      </dsp:nvSpPr>
      <dsp:spPr>
        <a:xfrm>
          <a:off x="4328321" y="610581"/>
          <a:ext cx="1966292" cy="11797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 Rounded MT Bold" panose="020F0704030504030204" pitchFamily="34" charset="0"/>
            </a:rPr>
            <a:t>Rohit Shinde</a:t>
          </a:r>
          <a:endParaRPr lang="en-IN" sz="2000" b="0" kern="1200" dirty="0">
            <a:latin typeface="Arial Rounded MT Bold" panose="020F0704030504030204" pitchFamily="34" charset="0"/>
          </a:endParaRPr>
        </a:p>
      </dsp:txBody>
      <dsp:txXfrm>
        <a:off x="4328321" y="610581"/>
        <a:ext cx="1966292" cy="1179775"/>
      </dsp:txXfrm>
    </dsp:sp>
    <dsp:sp modelId="{94A3A99F-E76E-4D5F-93D3-9E4D218E4C7E}">
      <dsp:nvSpPr>
        <dsp:cNvPr id="0" name=""/>
        <dsp:cNvSpPr/>
      </dsp:nvSpPr>
      <dsp:spPr>
        <a:xfrm>
          <a:off x="6491243" y="610581"/>
          <a:ext cx="1966292" cy="11797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 Rounded MT Bold" panose="020F0704030504030204" pitchFamily="34" charset="0"/>
            </a:rPr>
            <a:t>Pansee Patel</a:t>
          </a:r>
          <a:endParaRPr lang="en-IN" sz="2000" b="0" kern="1200" dirty="0">
            <a:latin typeface="Arial Rounded MT Bold" panose="020F0704030504030204" pitchFamily="34" charset="0"/>
          </a:endParaRPr>
        </a:p>
      </dsp:txBody>
      <dsp:txXfrm>
        <a:off x="6491243" y="610581"/>
        <a:ext cx="1966292" cy="1179775"/>
      </dsp:txXfrm>
    </dsp:sp>
    <dsp:sp modelId="{757C7076-723B-457E-BB23-3304318D0771}">
      <dsp:nvSpPr>
        <dsp:cNvPr id="0" name=""/>
        <dsp:cNvSpPr/>
      </dsp:nvSpPr>
      <dsp:spPr>
        <a:xfrm>
          <a:off x="1083939" y="1986986"/>
          <a:ext cx="1966292" cy="11797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 Rounded MT Bold" panose="020F0704030504030204" pitchFamily="34" charset="0"/>
            </a:rPr>
            <a:t>Ankita Rawat</a:t>
          </a:r>
          <a:endParaRPr lang="en-IN" sz="2000" b="0" kern="1200" dirty="0">
            <a:latin typeface="Arial Rounded MT Bold" panose="020F0704030504030204" pitchFamily="34" charset="0"/>
          </a:endParaRPr>
        </a:p>
      </dsp:txBody>
      <dsp:txXfrm>
        <a:off x="1083939" y="1986986"/>
        <a:ext cx="1966292" cy="1179775"/>
      </dsp:txXfrm>
    </dsp:sp>
    <dsp:sp modelId="{7B0EFEE5-DB9C-4131-9FA4-DC7C3CE5A2F5}">
      <dsp:nvSpPr>
        <dsp:cNvPr id="0" name=""/>
        <dsp:cNvSpPr/>
      </dsp:nvSpPr>
      <dsp:spPr>
        <a:xfrm>
          <a:off x="3246860" y="1986986"/>
          <a:ext cx="1966292" cy="11797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 Rounded MT Bold" panose="020F0704030504030204" pitchFamily="34" charset="0"/>
            </a:rPr>
            <a:t>Jhansi </a:t>
          </a:r>
          <a:r>
            <a:rPr lang="en-US" sz="2000" b="0" kern="1200" dirty="0" err="1">
              <a:latin typeface="Arial Rounded MT Bold" panose="020F0704030504030204" pitchFamily="34" charset="0"/>
            </a:rPr>
            <a:t>Iddamsetti</a:t>
          </a:r>
          <a:endParaRPr lang="en-IN" sz="2000" b="0" kern="1200" dirty="0">
            <a:latin typeface="Arial Rounded MT Bold" panose="020F0704030504030204" pitchFamily="34" charset="0"/>
          </a:endParaRPr>
        </a:p>
      </dsp:txBody>
      <dsp:txXfrm>
        <a:off x="3246860" y="1986986"/>
        <a:ext cx="1966292" cy="1179775"/>
      </dsp:txXfrm>
    </dsp:sp>
    <dsp:sp modelId="{9A62D0F9-720B-4C23-ADFF-DBB270258CC0}">
      <dsp:nvSpPr>
        <dsp:cNvPr id="0" name=""/>
        <dsp:cNvSpPr/>
      </dsp:nvSpPr>
      <dsp:spPr>
        <a:xfrm>
          <a:off x="5409782" y="1986986"/>
          <a:ext cx="1966292" cy="11797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latin typeface="Arial Rounded MT Bold" panose="020F0704030504030204" pitchFamily="34" charset="0"/>
            </a:rPr>
            <a:t>Shaileja Dasari</a:t>
          </a:r>
          <a:endParaRPr lang="en-IN" sz="2000" b="0" kern="1200" dirty="0">
            <a:latin typeface="Arial Rounded MT Bold" panose="020F0704030504030204" pitchFamily="34" charset="0"/>
          </a:endParaRPr>
        </a:p>
      </dsp:txBody>
      <dsp:txXfrm>
        <a:off x="5409782" y="1986986"/>
        <a:ext cx="1966292" cy="11797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1DF8F4-07F3-4871-A864-1F837F8ACC4E}">
      <dsp:nvSpPr>
        <dsp:cNvPr id="0" name=""/>
        <dsp:cNvSpPr/>
      </dsp:nvSpPr>
      <dsp:spPr>
        <a:xfrm>
          <a:off x="0" y="473349"/>
          <a:ext cx="3527550" cy="21165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Portfolio Performance</a:t>
          </a:r>
          <a:br>
            <a:rPr lang="en-IN" sz="2800" kern="1200"/>
          </a:br>
          <a:r>
            <a:rPr lang="en-IN" sz="2800" kern="1200"/>
            <a:t>Evaluate overall loan portfolio performance.</a:t>
          </a:r>
          <a:endParaRPr lang="en-IN" sz="2800" kern="1200" dirty="0"/>
        </a:p>
      </dsp:txBody>
      <dsp:txXfrm>
        <a:off x="0" y="473349"/>
        <a:ext cx="3527550" cy="2116529"/>
      </dsp:txXfrm>
    </dsp:sp>
    <dsp:sp modelId="{6D23B07A-1178-4FDA-AB3A-5B8115B2FB53}">
      <dsp:nvSpPr>
        <dsp:cNvPr id="0" name=""/>
        <dsp:cNvSpPr/>
      </dsp:nvSpPr>
      <dsp:spPr>
        <a:xfrm>
          <a:off x="3880305" y="473349"/>
          <a:ext cx="3527550" cy="21165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Loan Growth</a:t>
          </a:r>
          <a:br>
            <a:rPr lang="en-IN" sz="2800" kern="1200"/>
          </a:br>
          <a:r>
            <a:rPr lang="en-IN" sz="2800" kern="1200"/>
            <a:t>Analyze yearly loan amount and loan volume.</a:t>
          </a:r>
          <a:endParaRPr lang="en-IN" sz="2800" kern="1200" dirty="0"/>
        </a:p>
      </dsp:txBody>
      <dsp:txXfrm>
        <a:off x="3880305" y="473349"/>
        <a:ext cx="3527550" cy="2116529"/>
      </dsp:txXfrm>
    </dsp:sp>
    <dsp:sp modelId="{0D9AF240-6E87-4800-8275-2B986D12EB82}">
      <dsp:nvSpPr>
        <dsp:cNvPr id="0" name=""/>
        <dsp:cNvSpPr/>
      </dsp:nvSpPr>
      <dsp:spPr>
        <a:xfrm>
          <a:off x="7760610" y="473349"/>
          <a:ext cx="3527550" cy="21165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Loan Status</a:t>
          </a:r>
          <a:br>
            <a:rPr lang="en-IN" sz="2800" kern="1200" dirty="0"/>
          </a:br>
          <a:r>
            <a:rPr lang="en-IN" sz="2800" kern="1200" dirty="0"/>
            <a:t>Understand Current and Charged-Off loans.</a:t>
          </a:r>
        </a:p>
      </dsp:txBody>
      <dsp:txXfrm>
        <a:off x="7760610" y="473349"/>
        <a:ext cx="3527550" cy="2116529"/>
      </dsp:txXfrm>
    </dsp:sp>
    <dsp:sp modelId="{733B3AFB-F649-4EDE-9909-F92F9E4667CE}">
      <dsp:nvSpPr>
        <dsp:cNvPr id="0" name=""/>
        <dsp:cNvSpPr/>
      </dsp:nvSpPr>
      <dsp:spPr>
        <a:xfrm>
          <a:off x="0" y="2942634"/>
          <a:ext cx="3527550" cy="21165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Borrowing Patterns</a:t>
          </a:r>
          <a:br>
            <a:rPr lang="en-IN" sz="2800" kern="1200"/>
          </a:br>
          <a:r>
            <a:rPr lang="en-IN" sz="2800" kern="1200"/>
            <a:t>Identify major loan purposes.</a:t>
          </a:r>
          <a:endParaRPr lang="en-IN" sz="2800" kern="1200" dirty="0"/>
        </a:p>
      </dsp:txBody>
      <dsp:txXfrm>
        <a:off x="0" y="2942634"/>
        <a:ext cx="3527550" cy="2116529"/>
      </dsp:txXfrm>
    </dsp:sp>
    <dsp:sp modelId="{9AE9EF19-1220-4541-8FEE-6272B0439D0B}">
      <dsp:nvSpPr>
        <dsp:cNvPr id="0" name=""/>
        <dsp:cNvSpPr/>
      </dsp:nvSpPr>
      <dsp:spPr>
        <a:xfrm>
          <a:off x="3880304" y="2942634"/>
          <a:ext cx="3527550" cy="21165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Geographic Analysis</a:t>
          </a:r>
          <a:br>
            <a:rPr lang="en-IN" sz="2800" kern="1200" dirty="0"/>
          </a:br>
          <a:r>
            <a:rPr lang="en-IN" sz="2800" kern="1200" dirty="0"/>
            <a:t>Identify high-lending states.</a:t>
          </a:r>
        </a:p>
      </dsp:txBody>
      <dsp:txXfrm>
        <a:off x="3880304" y="2942634"/>
        <a:ext cx="3527550" cy="2116529"/>
      </dsp:txXfrm>
    </dsp:sp>
    <dsp:sp modelId="{5EE4C18B-B8A5-4E45-81E3-08F0AEE5A9C2}">
      <dsp:nvSpPr>
        <dsp:cNvPr id="0" name=""/>
        <dsp:cNvSpPr/>
      </dsp:nvSpPr>
      <dsp:spPr>
        <a:xfrm>
          <a:off x="7760610" y="2942634"/>
          <a:ext cx="3527550" cy="211652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Risk &amp; Payments</a:t>
          </a:r>
          <a:br>
            <a:rPr lang="en-IN" sz="2800" kern="1200"/>
          </a:br>
          <a:r>
            <a:rPr lang="en-IN" sz="2800" kern="1200"/>
            <a:t>Analyze verification and payment patterns.</a:t>
          </a:r>
          <a:endParaRPr lang="en-IN" sz="2800" kern="1200" dirty="0"/>
        </a:p>
      </dsp:txBody>
      <dsp:txXfrm>
        <a:off x="7760610" y="2942634"/>
        <a:ext cx="3527550" cy="21165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0DCB5-D408-47D8-9BC2-3CF087E3B102}">
      <dsp:nvSpPr>
        <dsp:cNvPr id="0" name=""/>
        <dsp:cNvSpPr/>
      </dsp:nvSpPr>
      <dsp:spPr>
        <a:xfrm>
          <a:off x="0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Data Import</a:t>
          </a:r>
          <a:endParaRPr lang="en-IN" sz="2100" kern="1200" dirty="0"/>
        </a:p>
      </dsp:txBody>
      <dsp:txXfrm>
        <a:off x="25538" y="112079"/>
        <a:ext cx="1402166" cy="820869"/>
      </dsp:txXfrm>
    </dsp:sp>
    <dsp:sp modelId="{2E27A193-18D4-4A1C-B0BD-08D807B64389}">
      <dsp:nvSpPr>
        <dsp:cNvPr id="0" name=""/>
        <dsp:cNvSpPr/>
      </dsp:nvSpPr>
      <dsp:spPr>
        <a:xfrm>
          <a:off x="1598567" y="342311"/>
          <a:ext cx="308087" cy="3604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1598567" y="414392"/>
        <a:ext cx="215661" cy="216242"/>
      </dsp:txXfrm>
    </dsp:sp>
    <dsp:sp modelId="{01D983E6-21A0-4638-9F53-2CCDC35DEB8E}">
      <dsp:nvSpPr>
        <dsp:cNvPr id="0" name=""/>
        <dsp:cNvSpPr/>
      </dsp:nvSpPr>
      <dsp:spPr>
        <a:xfrm>
          <a:off x="2034539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Data Cleaning</a:t>
          </a:r>
          <a:endParaRPr lang="en-IN" sz="2100" kern="1200" dirty="0"/>
        </a:p>
      </dsp:txBody>
      <dsp:txXfrm>
        <a:off x="2060077" y="112079"/>
        <a:ext cx="1402166" cy="820869"/>
      </dsp:txXfrm>
    </dsp:sp>
    <dsp:sp modelId="{D14901C0-9DE9-4B53-AA4E-CB7AF87B9F81}">
      <dsp:nvSpPr>
        <dsp:cNvPr id="0" name=""/>
        <dsp:cNvSpPr/>
      </dsp:nvSpPr>
      <dsp:spPr>
        <a:xfrm>
          <a:off x="3633106" y="342311"/>
          <a:ext cx="308087" cy="3604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3633106" y="414392"/>
        <a:ext cx="215661" cy="216242"/>
      </dsp:txXfrm>
    </dsp:sp>
    <dsp:sp modelId="{BA84E600-A061-43C2-9840-DDC10E9BCD2B}">
      <dsp:nvSpPr>
        <dsp:cNvPr id="0" name=""/>
        <dsp:cNvSpPr/>
      </dsp:nvSpPr>
      <dsp:spPr>
        <a:xfrm>
          <a:off x="4069079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Power Query</a:t>
          </a:r>
          <a:endParaRPr lang="en-IN" sz="2100" kern="1200" dirty="0"/>
        </a:p>
      </dsp:txBody>
      <dsp:txXfrm>
        <a:off x="4094617" y="112079"/>
        <a:ext cx="1402166" cy="820869"/>
      </dsp:txXfrm>
    </dsp:sp>
    <dsp:sp modelId="{89BCD85D-EAC7-486D-BE61-6D59645F4C90}">
      <dsp:nvSpPr>
        <dsp:cNvPr id="0" name=""/>
        <dsp:cNvSpPr/>
      </dsp:nvSpPr>
      <dsp:spPr>
        <a:xfrm>
          <a:off x="5667646" y="342311"/>
          <a:ext cx="308087" cy="3604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5667646" y="414392"/>
        <a:ext cx="215661" cy="216242"/>
      </dsp:txXfrm>
    </dsp:sp>
    <dsp:sp modelId="{B582D01E-DB5B-4A49-8561-B82BF81AB9A1}">
      <dsp:nvSpPr>
        <dsp:cNvPr id="0" name=""/>
        <dsp:cNvSpPr/>
      </dsp:nvSpPr>
      <dsp:spPr>
        <a:xfrm>
          <a:off x="6103619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Merge</a:t>
          </a:r>
          <a:endParaRPr lang="en-IN" sz="2100" kern="1200" dirty="0"/>
        </a:p>
      </dsp:txBody>
      <dsp:txXfrm>
        <a:off x="6129157" y="112079"/>
        <a:ext cx="1402166" cy="820869"/>
      </dsp:txXfrm>
    </dsp:sp>
    <dsp:sp modelId="{A9078D2A-ABC6-4B80-9C79-D5FF5C04C04D}">
      <dsp:nvSpPr>
        <dsp:cNvPr id="0" name=""/>
        <dsp:cNvSpPr/>
      </dsp:nvSpPr>
      <dsp:spPr>
        <a:xfrm>
          <a:off x="7702186" y="342311"/>
          <a:ext cx="308087" cy="3604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7702186" y="414392"/>
        <a:ext cx="215661" cy="216242"/>
      </dsp:txXfrm>
    </dsp:sp>
    <dsp:sp modelId="{E51739A7-4DFA-4E95-9A1E-BEA88E482F3F}">
      <dsp:nvSpPr>
        <dsp:cNvPr id="0" name=""/>
        <dsp:cNvSpPr/>
      </dsp:nvSpPr>
      <dsp:spPr>
        <a:xfrm>
          <a:off x="8138159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Analysis</a:t>
          </a:r>
          <a:endParaRPr lang="en-IN" sz="2100" kern="1200" dirty="0"/>
        </a:p>
      </dsp:txBody>
      <dsp:txXfrm>
        <a:off x="8163697" y="112079"/>
        <a:ext cx="1402166" cy="820869"/>
      </dsp:txXfrm>
    </dsp:sp>
    <dsp:sp modelId="{3F9B3DB6-846D-4804-94A6-1370F885B1B0}">
      <dsp:nvSpPr>
        <dsp:cNvPr id="0" name=""/>
        <dsp:cNvSpPr/>
      </dsp:nvSpPr>
      <dsp:spPr>
        <a:xfrm>
          <a:off x="9736726" y="342311"/>
          <a:ext cx="308087" cy="3604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9736726" y="414392"/>
        <a:ext cx="215661" cy="216242"/>
      </dsp:txXfrm>
    </dsp:sp>
    <dsp:sp modelId="{053220A0-05B2-4360-A96E-E88FE0291DB3}">
      <dsp:nvSpPr>
        <dsp:cNvPr id="0" name=""/>
        <dsp:cNvSpPr/>
      </dsp:nvSpPr>
      <dsp:spPr>
        <a:xfrm>
          <a:off x="10172699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/>
            <a:t>Dashboard</a:t>
          </a:r>
          <a:endParaRPr lang="en-IN" sz="2100" kern="1200" dirty="0"/>
        </a:p>
      </dsp:txBody>
      <dsp:txXfrm>
        <a:off x="10198237" y="112079"/>
        <a:ext cx="1402166" cy="8208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220A0-05B2-4360-A96E-E88FE0291DB3}">
      <dsp:nvSpPr>
        <dsp:cNvPr id="0" name=""/>
        <dsp:cNvSpPr/>
      </dsp:nvSpPr>
      <dsp:spPr>
        <a:xfrm>
          <a:off x="0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Database</a:t>
          </a:r>
        </a:p>
      </dsp:txBody>
      <dsp:txXfrm>
        <a:off x="25538" y="112079"/>
        <a:ext cx="1402166" cy="820869"/>
      </dsp:txXfrm>
    </dsp:sp>
    <dsp:sp modelId="{6CAA6363-9507-4923-BF2E-4773F3C64BEB}">
      <dsp:nvSpPr>
        <dsp:cNvPr id="0" name=""/>
        <dsp:cNvSpPr/>
      </dsp:nvSpPr>
      <dsp:spPr>
        <a:xfrm>
          <a:off x="1598567" y="342311"/>
          <a:ext cx="308087" cy="3604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1598567" y="414392"/>
        <a:ext cx="215661" cy="216242"/>
      </dsp:txXfrm>
    </dsp:sp>
    <dsp:sp modelId="{EE095B9D-C63C-43D0-85D4-655C48F35A27}">
      <dsp:nvSpPr>
        <dsp:cNvPr id="0" name=""/>
        <dsp:cNvSpPr/>
      </dsp:nvSpPr>
      <dsp:spPr>
        <a:xfrm>
          <a:off x="2034539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Tables</a:t>
          </a:r>
        </a:p>
      </dsp:txBody>
      <dsp:txXfrm>
        <a:off x="2060077" y="112079"/>
        <a:ext cx="1402166" cy="820869"/>
      </dsp:txXfrm>
    </dsp:sp>
    <dsp:sp modelId="{1AA469A4-D356-4F3E-8327-6996875E9315}">
      <dsp:nvSpPr>
        <dsp:cNvPr id="0" name=""/>
        <dsp:cNvSpPr/>
      </dsp:nvSpPr>
      <dsp:spPr>
        <a:xfrm>
          <a:off x="3633106" y="342311"/>
          <a:ext cx="308087" cy="3604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3633106" y="414392"/>
        <a:ext cx="215661" cy="216242"/>
      </dsp:txXfrm>
    </dsp:sp>
    <dsp:sp modelId="{08ADB3D9-6AD8-40EF-B2DD-1A6631AD9527}">
      <dsp:nvSpPr>
        <dsp:cNvPr id="0" name=""/>
        <dsp:cNvSpPr/>
      </dsp:nvSpPr>
      <dsp:spPr>
        <a:xfrm>
          <a:off x="4069079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Join</a:t>
          </a:r>
        </a:p>
      </dsp:txBody>
      <dsp:txXfrm>
        <a:off x="4094617" y="112079"/>
        <a:ext cx="1402166" cy="820869"/>
      </dsp:txXfrm>
    </dsp:sp>
    <dsp:sp modelId="{278FFEF4-9B77-4633-9C5B-DD7FA8EE26D7}">
      <dsp:nvSpPr>
        <dsp:cNvPr id="0" name=""/>
        <dsp:cNvSpPr/>
      </dsp:nvSpPr>
      <dsp:spPr>
        <a:xfrm>
          <a:off x="5667646" y="342311"/>
          <a:ext cx="308087" cy="3604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5667646" y="414392"/>
        <a:ext cx="215661" cy="216242"/>
      </dsp:txXfrm>
    </dsp:sp>
    <dsp:sp modelId="{3EA919FF-A342-49F0-A499-188F2DED6CBC}">
      <dsp:nvSpPr>
        <dsp:cNvPr id="0" name=""/>
        <dsp:cNvSpPr/>
      </dsp:nvSpPr>
      <dsp:spPr>
        <a:xfrm>
          <a:off x="6103619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Queries</a:t>
          </a:r>
        </a:p>
      </dsp:txBody>
      <dsp:txXfrm>
        <a:off x="6129157" y="112079"/>
        <a:ext cx="1402166" cy="820869"/>
      </dsp:txXfrm>
    </dsp:sp>
    <dsp:sp modelId="{DD9BA01D-D351-4DAB-B919-449A4ACAFFC7}">
      <dsp:nvSpPr>
        <dsp:cNvPr id="0" name=""/>
        <dsp:cNvSpPr/>
      </dsp:nvSpPr>
      <dsp:spPr>
        <a:xfrm>
          <a:off x="7702186" y="342311"/>
          <a:ext cx="308087" cy="3604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7702186" y="414392"/>
        <a:ext cx="215661" cy="216242"/>
      </dsp:txXfrm>
    </dsp:sp>
    <dsp:sp modelId="{C348EBA0-BDFE-451E-835E-21EDF8385936}">
      <dsp:nvSpPr>
        <dsp:cNvPr id="0" name=""/>
        <dsp:cNvSpPr/>
      </dsp:nvSpPr>
      <dsp:spPr>
        <a:xfrm>
          <a:off x="8138159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6677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50" kern="1200" dirty="0"/>
            <a:t>Aggregation</a:t>
          </a:r>
        </a:p>
      </dsp:txBody>
      <dsp:txXfrm>
        <a:off x="8163697" y="112079"/>
        <a:ext cx="1402166" cy="820869"/>
      </dsp:txXfrm>
    </dsp:sp>
    <dsp:sp modelId="{3ACADB8C-D806-489D-A249-81F4AAB295C4}">
      <dsp:nvSpPr>
        <dsp:cNvPr id="0" name=""/>
        <dsp:cNvSpPr/>
      </dsp:nvSpPr>
      <dsp:spPr>
        <a:xfrm>
          <a:off x="9736726" y="342311"/>
          <a:ext cx="308087" cy="3604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9736726" y="414392"/>
        <a:ext cx="215661" cy="216242"/>
      </dsp:txXfrm>
    </dsp:sp>
    <dsp:sp modelId="{2DC1F816-53A2-4304-93DD-93C19520C09A}">
      <dsp:nvSpPr>
        <dsp:cNvPr id="0" name=""/>
        <dsp:cNvSpPr/>
      </dsp:nvSpPr>
      <dsp:spPr>
        <a:xfrm>
          <a:off x="10172699" y="86541"/>
          <a:ext cx="1453242" cy="8719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Insights</a:t>
          </a:r>
        </a:p>
      </dsp:txBody>
      <dsp:txXfrm>
        <a:off x="10198237" y="112079"/>
        <a:ext cx="1402166" cy="8208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8904FD-31A3-42AC-BDF0-F48BE1C8FA96}">
      <dsp:nvSpPr>
        <dsp:cNvPr id="0" name=""/>
        <dsp:cNvSpPr/>
      </dsp:nvSpPr>
      <dsp:spPr>
        <a:xfrm>
          <a:off x="0" y="5417514"/>
          <a:ext cx="430530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1A20F5-E8AC-4092-B26D-DF39EF36AE6D}">
      <dsp:nvSpPr>
        <dsp:cNvPr id="0" name=""/>
        <dsp:cNvSpPr/>
      </dsp:nvSpPr>
      <dsp:spPr>
        <a:xfrm>
          <a:off x="0" y="4047109"/>
          <a:ext cx="430530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EAE144-DD86-44BA-9604-468613E98E65}">
      <dsp:nvSpPr>
        <dsp:cNvPr id="0" name=""/>
        <dsp:cNvSpPr/>
      </dsp:nvSpPr>
      <dsp:spPr>
        <a:xfrm>
          <a:off x="0" y="2676704"/>
          <a:ext cx="430530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72EB84-3B9C-4798-96DB-DC784006EA1A}">
      <dsp:nvSpPr>
        <dsp:cNvPr id="0" name=""/>
        <dsp:cNvSpPr/>
      </dsp:nvSpPr>
      <dsp:spPr>
        <a:xfrm>
          <a:off x="0" y="1636500"/>
          <a:ext cx="4305300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7309DD-0F60-4FBF-9A3A-C5971FCD4B23}">
      <dsp:nvSpPr>
        <dsp:cNvPr id="0" name=""/>
        <dsp:cNvSpPr/>
      </dsp:nvSpPr>
      <dsp:spPr>
        <a:xfrm>
          <a:off x="1119377" y="1152"/>
          <a:ext cx="3185922" cy="1305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  <a:t>Prepared dimensions, measures and data types.</a:t>
          </a:r>
          <a:b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</a:br>
          <a:endParaRPr lang="en-IN" sz="1800" kern="1200" dirty="0"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1119377" y="1152"/>
        <a:ext cx="3185922" cy="1305147"/>
      </dsp:txXfrm>
    </dsp:sp>
    <dsp:sp modelId="{95BC05AE-585D-469F-8E01-316198DF763F}">
      <dsp:nvSpPr>
        <dsp:cNvPr id="0" name=""/>
        <dsp:cNvSpPr/>
      </dsp:nvSpPr>
      <dsp:spPr>
        <a:xfrm>
          <a:off x="0" y="1152"/>
          <a:ext cx="1119378" cy="1305147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Data Preparation</a:t>
          </a:r>
          <a:endParaRPr lang="en-IN" sz="1500" kern="1200" dirty="0"/>
        </a:p>
      </dsp:txBody>
      <dsp:txXfrm>
        <a:off x="54653" y="55805"/>
        <a:ext cx="1010072" cy="1250494"/>
      </dsp:txXfrm>
    </dsp:sp>
    <dsp:sp modelId="{EFB8F95E-B359-436A-A62B-DB919D9BC78A}">
      <dsp:nvSpPr>
        <dsp:cNvPr id="0" name=""/>
        <dsp:cNvSpPr/>
      </dsp:nvSpPr>
      <dsp:spPr>
        <a:xfrm>
          <a:off x="1119377" y="1371557"/>
          <a:ext cx="3185922" cy="1305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  <a:t>Used Left Join to combine relevant tables.</a:t>
          </a:r>
          <a:b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</a:br>
          <a:endParaRPr lang="en-IN" sz="1800" kern="1200" dirty="0"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1119377" y="1371557"/>
        <a:ext cx="3185922" cy="1305147"/>
      </dsp:txXfrm>
    </dsp:sp>
    <dsp:sp modelId="{0FE7D5B7-335B-4E79-BD80-785DA000A87B}">
      <dsp:nvSpPr>
        <dsp:cNvPr id="0" name=""/>
        <dsp:cNvSpPr/>
      </dsp:nvSpPr>
      <dsp:spPr>
        <a:xfrm>
          <a:off x="0" y="1371557"/>
          <a:ext cx="1119378" cy="1305147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Data Integration</a:t>
          </a:r>
          <a:endParaRPr lang="en-IN" sz="1500" kern="1200" dirty="0"/>
        </a:p>
      </dsp:txBody>
      <dsp:txXfrm>
        <a:off x="54653" y="1426210"/>
        <a:ext cx="1010072" cy="1250494"/>
      </dsp:txXfrm>
    </dsp:sp>
    <dsp:sp modelId="{0540D086-C987-4B83-B63A-9D9889460BF1}">
      <dsp:nvSpPr>
        <dsp:cNvPr id="0" name=""/>
        <dsp:cNvSpPr/>
      </dsp:nvSpPr>
      <dsp:spPr>
        <a:xfrm>
          <a:off x="1119377" y="2741962"/>
          <a:ext cx="3185922" cy="1305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  <a:t>Created calculated fields and interactive </a:t>
          </a:r>
          <a:r>
            <a:rPr lang="en-IN" sz="1800" kern="1200">
              <a:latin typeface="Arial Rounded MT Bold" panose="020F0704030504030204" pitchFamily="34" charset="0"/>
              <a:ea typeface="+mn-ea"/>
              <a:cs typeface="+mn-cs"/>
            </a:rPr>
            <a:t>visualizations.</a:t>
          </a:r>
          <a:br>
            <a:rPr lang="en-IN" sz="1800" kern="1200">
              <a:latin typeface="Arial Rounded MT Bold" panose="020F0704030504030204" pitchFamily="34" charset="0"/>
              <a:ea typeface="+mn-ea"/>
              <a:cs typeface="+mn-cs"/>
            </a:rPr>
          </a:br>
          <a:endParaRPr lang="en-IN" sz="1800" kern="1200" dirty="0"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1119377" y="2741962"/>
        <a:ext cx="3185922" cy="1305147"/>
      </dsp:txXfrm>
    </dsp:sp>
    <dsp:sp modelId="{AE5CE41A-AFCB-4A28-9AFD-E00E06AF942C}">
      <dsp:nvSpPr>
        <dsp:cNvPr id="0" name=""/>
        <dsp:cNvSpPr/>
      </dsp:nvSpPr>
      <dsp:spPr>
        <a:xfrm>
          <a:off x="0" y="2741962"/>
          <a:ext cx="1119378" cy="1305147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Visual Analytics</a:t>
          </a:r>
          <a:endParaRPr lang="en-IN" sz="1500" kern="1200" dirty="0"/>
        </a:p>
      </dsp:txBody>
      <dsp:txXfrm>
        <a:off x="54653" y="2796615"/>
        <a:ext cx="1010072" cy="1250494"/>
      </dsp:txXfrm>
    </dsp:sp>
    <dsp:sp modelId="{874DD84F-F967-4DEB-A010-54569758A6EB}">
      <dsp:nvSpPr>
        <dsp:cNvPr id="0" name=""/>
        <dsp:cNvSpPr/>
      </dsp:nvSpPr>
      <dsp:spPr>
        <a:xfrm>
          <a:off x="1119377" y="4112366"/>
          <a:ext cx="3185922" cy="1305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  <a:t>Analysed loan trends, status, states, purposes and verification.</a:t>
          </a:r>
          <a:br>
            <a:rPr lang="en-IN" sz="1800" kern="1200" dirty="0">
              <a:latin typeface="Arial Rounded MT Bold" panose="020F0704030504030204" pitchFamily="34" charset="0"/>
              <a:ea typeface="+mn-ea"/>
              <a:cs typeface="+mn-cs"/>
            </a:rPr>
          </a:br>
          <a:endParaRPr lang="en-IN" sz="1800" kern="1200" dirty="0">
            <a:latin typeface="Arial Rounded MT Bold" panose="020F0704030504030204" pitchFamily="34" charset="0"/>
            <a:ea typeface="+mn-ea"/>
            <a:cs typeface="+mn-cs"/>
          </a:endParaRPr>
        </a:p>
      </dsp:txBody>
      <dsp:txXfrm>
        <a:off x="1119377" y="4112366"/>
        <a:ext cx="3185922" cy="1305147"/>
      </dsp:txXfrm>
    </dsp:sp>
    <dsp:sp modelId="{ACA28118-9EF2-43AE-B39E-3E3AE112CF01}">
      <dsp:nvSpPr>
        <dsp:cNvPr id="0" name=""/>
        <dsp:cNvSpPr/>
      </dsp:nvSpPr>
      <dsp:spPr>
        <a:xfrm>
          <a:off x="0" y="4112366"/>
          <a:ext cx="1119378" cy="1305147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Interactive Analysis</a:t>
          </a:r>
          <a:endParaRPr lang="en-IN" sz="1500" kern="1200" dirty="0"/>
        </a:p>
      </dsp:txBody>
      <dsp:txXfrm>
        <a:off x="54653" y="4167019"/>
        <a:ext cx="1010072" cy="12504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8043A-AF76-480B-8061-DACB2D26CA9C}">
      <dsp:nvSpPr>
        <dsp:cNvPr id="0" name=""/>
        <dsp:cNvSpPr/>
      </dsp:nvSpPr>
      <dsp:spPr>
        <a:xfrm>
          <a:off x="763448" y="0"/>
          <a:ext cx="1288514" cy="128862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AE4A9-2FB3-4C4D-951D-2DE2F5B0FEC0}">
      <dsp:nvSpPr>
        <dsp:cNvPr id="0" name=""/>
        <dsp:cNvSpPr/>
      </dsp:nvSpPr>
      <dsp:spPr>
        <a:xfrm>
          <a:off x="1047931" y="466591"/>
          <a:ext cx="719064" cy="359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>
              <a:latin typeface="Arial Rounded MT Bold" panose="020F0704030504030204" pitchFamily="34" charset="0"/>
            </a:rPr>
            <a:t>Banking Data </a:t>
          </a:r>
        </a:p>
      </dsp:txBody>
      <dsp:txXfrm>
        <a:off x="1047931" y="466591"/>
        <a:ext cx="719064" cy="359393"/>
      </dsp:txXfrm>
    </dsp:sp>
    <dsp:sp modelId="{D7BEA7D9-F163-44D1-866F-004E01092CA1}">
      <dsp:nvSpPr>
        <dsp:cNvPr id="0" name=""/>
        <dsp:cNvSpPr/>
      </dsp:nvSpPr>
      <dsp:spPr>
        <a:xfrm>
          <a:off x="405487" y="740227"/>
          <a:ext cx="1288514" cy="128862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23484-C038-40B7-B8B5-FA6CEE4829ED}">
      <dsp:nvSpPr>
        <dsp:cNvPr id="0" name=""/>
        <dsp:cNvSpPr/>
      </dsp:nvSpPr>
      <dsp:spPr>
        <a:xfrm>
          <a:off x="688520" y="1208511"/>
          <a:ext cx="719064" cy="359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b="0" kern="1200" dirty="0">
              <a:latin typeface="Arial Rounded MT Bold" panose="020F0704030504030204" pitchFamily="34" charset="0"/>
            </a:rPr>
            <a:t>Power Query </a:t>
          </a:r>
        </a:p>
      </dsp:txBody>
      <dsp:txXfrm>
        <a:off x="688520" y="1208511"/>
        <a:ext cx="719064" cy="359393"/>
      </dsp:txXfrm>
    </dsp:sp>
    <dsp:sp modelId="{545FB49F-6095-408A-91F2-A926B98B4B34}">
      <dsp:nvSpPr>
        <dsp:cNvPr id="0" name=""/>
        <dsp:cNvSpPr/>
      </dsp:nvSpPr>
      <dsp:spPr>
        <a:xfrm>
          <a:off x="763448" y="1483839"/>
          <a:ext cx="1288514" cy="1288627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C00CF-F28E-494D-ABF7-2456579FAC12}">
      <dsp:nvSpPr>
        <dsp:cNvPr id="0" name=""/>
        <dsp:cNvSpPr/>
      </dsp:nvSpPr>
      <dsp:spPr>
        <a:xfrm>
          <a:off x="1047931" y="1950430"/>
          <a:ext cx="719064" cy="359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b="0" kern="1200" dirty="0">
              <a:latin typeface="Arial Rounded MT Bold" panose="020F0704030504030204" pitchFamily="34" charset="0"/>
            </a:rPr>
            <a:t>Merge Tables </a:t>
          </a:r>
        </a:p>
      </dsp:txBody>
      <dsp:txXfrm>
        <a:off x="1047931" y="1950430"/>
        <a:ext cx="719064" cy="359393"/>
      </dsp:txXfrm>
    </dsp:sp>
    <dsp:sp modelId="{D1E15A26-D56F-4A52-A570-F1881B5B5C44}">
      <dsp:nvSpPr>
        <dsp:cNvPr id="0" name=""/>
        <dsp:cNvSpPr/>
      </dsp:nvSpPr>
      <dsp:spPr>
        <a:xfrm>
          <a:off x="405487" y="2225759"/>
          <a:ext cx="1288514" cy="128862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C1CD91-A9BC-495D-BBE1-66F2CD280B3A}">
      <dsp:nvSpPr>
        <dsp:cNvPr id="0" name=""/>
        <dsp:cNvSpPr/>
      </dsp:nvSpPr>
      <dsp:spPr>
        <a:xfrm>
          <a:off x="688520" y="2692350"/>
          <a:ext cx="719064" cy="359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b="0" kern="1200">
              <a:latin typeface="Arial Rounded MT Bold" panose="020F0704030504030204" pitchFamily="34" charset="0"/>
            </a:rPr>
            <a:t>Calendar Table </a:t>
          </a:r>
        </a:p>
      </dsp:txBody>
      <dsp:txXfrm>
        <a:off x="688520" y="2692350"/>
        <a:ext cx="719064" cy="359393"/>
      </dsp:txXfrm>
    </dsp:sp>
    <dsp:sp modelId="{0F62B04B-CEC3-42D0-9D48-E6C6623358F3}">
      <dsp:nvSpPr>
        <dsp:cNvPr id="0" name=""/>
        <dsp:cNvSpPr/>
      </dsp:nvSpPr>
      <dsp:spPr>
        <a:xfrm>
          <a:off x="763448" y="2966550"/>
          <a:ext cx="1288514" cy="1288627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ECA3B-1E1B-442C-9361-B2BDACB5EC22}">
      <dsp:nvSpPr>
        <dsp:cNvPr id="0" name=""/>
        <dsp:cNvSpPr/>
      </dsp:nvSpPr>
      <dsp:spPr>
        <a:xfrm>
          <a:off x="1047931" y="3433141"/>
          <a:ext cx="719064" cy="359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b="0" kern="1200" dirty="0">
              <a:latin typeface="Arial Rounded MT Bold" panose="020F0704030504030204" pitchFamily="34" charset="0"/>
            </a:rPr>
            <a:t>Data Model </a:t>
          </a:r>
        </a:p>
      </dsp:txBody>
      <dsp:txXfrm>
        <a:off x="1047931" y="3433141"/>
        <a:ext cx="719064" cy="359393"/>
      </dsp:txXfrm>
    </dsp:sp>
    <dsp:sp modelId="{93A61B66-EC2A-4E6B-897D-FC189BDE0961}">
      <dsp:nvSpPr>
        <dsp:cNvPr id="0" name=""/>
        <dsp:cNvSpPr/>
      </dsp:nvSpPr>
      <dsp:spPr>
        <a:xfrm>
          <a:off x="405487" y="3708470"/>
          <a:ext cx="1288514" cy="128862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9EB7B-9727-4A60-ACC6-B36E945CB981}">
      <dsp:nvSpPr>
        <dsp:cNvPr id="0" name=""/>
        <dsp:cNvSpPr/>
      </dsp:nvSpPr>
      <dsp:spPr>
        <a:xfrm>
          <a:off x="688520" y="4175061"/>
          <a:ext cx="719064" cy="359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b="0" kern="1200">
              <a:latin typeface="Arial Rounded MT Bold" panose="020F0704030504030204" pitchFamily="34" charset="0"/>
            </a:rPr>
            <a:t>DAX Measures </a:t>
          </a:r>
        </a:p>
      </dsp:txBody>
      <dsp:txXfrm>
        <a:off x="688520" y="4175061"/>
        <a:ext cx="719064" cy="359393"/>
      </dsp:txXfrm>
    </dsp:sp>
    <dsp:sp modelId="{17902B06-DD30-4F58-AFD2-A6EFCA74384C}">
      <dsp:nvSpPr>
        <dsp:cNvPr id="0" name=""/>
        <dsp:cNvSpPr/>
      </dsp:nvSpPr>
      <dsp:spPr>
        <a:xfrm>
          <a:off x="855053" y="4534455"/>
          <a:ext cx="1106996" cy="1107519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3EA4D-33F4-41EC-A736-957F23087D74}">
      <dsp:nvSpPr>
        <dsp:cNvPr id="0" name=""/>
        <dsp:cNvSpPr/>
      </dsp:nvSpPr>
      <dsp:spPr>
        <a:xfrm>
          <a:off x="1047931" y="4916981"/>
          <a:ext cx="719064" cy="359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000" b="0" kern="1200" dirty="0">
              <a:latin typeface="Arial Rounded MT Bold" panose="020F0704030504030204" pitchFamily="34" charset="0"/>
            </a:rPr>
            <a:t>Interactive</a:t>
          </a:r>
          <a:r>
            <a:rPr lang="en-IN" sz="1100" b="0" kern="1200" dirty="0">
              <a:latin typeface="Arial Rounded MT Bold" panose="020F0704030504030204" pitchFamily="34" charset="0"/>
            </a:rPr>
            <a:t> </a:t>
          </a:r>
          <a:r>
            <a:rPr lang="en-IN" sz="980" b="0" kern="1200" dirty="0">
              <a:latin typeface="Arial Rounded MT Bold" panose="020F0704030504030204" pitchFamily="34" charset="0"/>
            </a:rPr>
            <a:t>Dashboard</a:t>
          </a:r>
        </a:p>
      </dsp:txBody>
      <dsp:txXfrm>
        <a:off x="1047931" y="4916981"/>
        <a:ext cx="719064" cy="359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9FE0F-C2DA-47DA-81A1-80C8BB535267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69B48-82BF-4CDD-A2AB-907FE9D43E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7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69B48-82BF-4CDD-A2AB-907FE9D43EF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696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69B48-82BF-4CDD-A2AB-907FE9D43EF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992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1F039-9CA6-BB30-B116-F9F7D5D95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6DB46-257C-CB72-E415-0944FCE5B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8BE43-AAD0-F917-95D6-CFC59C58E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225E8-DAE8-7DAC-D79F-A795B1B83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69B48-82BF-4CDD-A2AB-907FE9D43EF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12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69B48-82BF-4CDD-A2AB-907FE9D43EF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307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1064-C3C7-5224-BAE4-09687493E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60C1A-85D4-3C20-D201-78679A3EB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BCA89-475D-18AA-A728-F13FB05F4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EC7F7-1516-AA03-1E41-FFB1416D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35673-2224-C475-C38E-5602A8FE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36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BCC80-05A2-753B-6124-7B61DE664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63A6F-D743-9778-3E16-0A113B8C8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38605-1AC5-8C36-831F-93E2D0CB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7AFC4-5D48-5354-93E5-DEB12CA0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C4823-B34F-9224-8DDF-5A9A7770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72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A056-5039-E6A9-DE47-DFEF1A88B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20CA0-CCE0-8700-B4A5-F0BAD4DE6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22E06-1C02-937B-E260-49AD79C2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36E3B-3811-2E4B-E6B9-2A5B727A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86BF7-5F48-CD48-AF9C-27804609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6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2AC77-9164-7717-D6AC-7C10D5CE2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58500-CFB9-9824-A93E-9BDFF1DE5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065460-A5B4-2F11-DFAC-CEE03A606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E3A36-7658-E8A0-02EB-FD6FDE1BD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63ED4-FA19-5D13-3A97-9CDBC451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68E23-5C0D-CD05-B1D1-E6BABA9A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80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FC41-6013-7C0F-5398-066C0F23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76DF4-8987-F065-BBB5-CFF62D51C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2E8D6-3AA3-6D22-36C3-4B41CF541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1A524-8929-33F9-D70F-05828D805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17A7E-B583-4D94-D39B-333F8BAAB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38583-E963-98D8-8FE4-015C9B69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565095-7CF0-0D16-2729-46856ACA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766C54-2FF0-01C5-B101-2DB24241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28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8A16-35C2-1AF8-8A06-03491C2BE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13A74-ED60-6949-A991-132FB5BB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31127-553D-E7EB-4CC7-1DAC475B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83000-C3E9-F965-44FB-05B0DE71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852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1966FD-C3FC-2894-F797-00A53FF44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ACC7F1-4626-7272-4AE5-1DB4C14E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AF086-FC12-FB67-CB67-03FCA7D09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3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D7565-8208-5375-27B0-2A801134D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851B2-632D-BEDF-4B89-39ECBDD35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84BF7-352F-00C4-853F-F7E8243A0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14716-54B1-43BB-9B6C-AC148E83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C3210-A282-55A9-F3DF-F3831E7B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384C0-B9E9-7A00-C833-2CB311C3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58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A3B37-729C-9D4E-2D1B-6A8217D9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AA70D5-11E3-AFD7-34DA-78168A9B4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44194-464C-5C04-1DA2-DDBB22C5E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095BD-D77B-4DA0-362E-EFA706C1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E88A2-C9C4-E25A-09AA-217B24E3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15B36-6B55-EDEF-DAFC-5BFE83224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12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01ED-83DE-99A4-DEDB-B3B45B0D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D0FDD-9134-220F-ECDD-421C0E6A2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22130-67F4-F3F8-3FD3-77F3294D0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743D8-343A-862D-2467-9B4CF882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D2884-35B6-700A-4D44-0DD44E43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65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E5392-EF72-7070-6D49-C529B6036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CC60C-BB34-02FD-65A7-F890E6AE8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1F75-60B3-4BD9-8922-27E211D8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E1561-EEC8-2F4A-4752-2789AF66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9B53E-EE9D-EC31-21F8-F129D40C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513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74C71-A55B-8E67-B797-91923266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0BDF6-D7F1-EBBE-482B-DBD2287D4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5B5C3-68AF-5235-7CEB-D3EDA0A7D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2B94C-99B5-4A38-B5B7-2159A9137441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281EA-89A8-4B6B-28FC-D70F551A3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17A0F-BDC5-EBE0-B35F-717279296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68452-9E6D-4AF0-A916-C4771F71CE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7186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freepngimg.com/png/59207-and-finance-personal-banking-investment-bank-icon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www.rawpixel.com/image/414112/business-people-shaking-hands-agreement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tfromtech.blogspot.com/2016/04/microsoft-word.html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hyperlink" Target="https://belajarexcel.id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hyperlink" Target="https://www.wizcase.com/download/mysql-workbench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diagramLayout" Target="../diagrams/layout5.xml"/><Relationship Id="rId7" Type="http://schemas.openxmlformats.org/officeDocument/2006/relationships/image" Target="../media/image9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9" Type="http://schemas.openxmlformats.org/officeDocument/2006/relationships/hyperlink" Target="https://narodnatribuna.info/lists/l/logo-tableau-noir-transparent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hyperlink" Target="https://newrelic.com/instant-observability/azure-power-bi-dedicated-capacities?is_us=true" TargetMode="External"/><Relationship Id="rId4" Type="http://schemas.openxmlformats.org/officeDocument/2006/relationships/diagramLayout" Target="../diagrams/layout6.xml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1C2DFA-5136-62B0-1A0D-717AC1F92E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2" y="1623570"/>
            <a:ext cx="12191999" cy="3275003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378EC7-150C-40CE-A76B-64DB86B8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7" y="2201600"/>
            <a:ext cx="10863943" cy="136710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6600" b="1" dirty="0">
                <a:latin typeface="Arial Rounded MT Bold" panose="020F0704030504030204" pitchFamily="34" charset="0"/>
              </a:rPr>
              <a:t>BANK LOAN ANALYTICS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1CBD3-209D-CB98-0F1F-D084BE28925A}"/>
              </a:ext>
            </a:extLst>
          </p:cNvPr>
          <p:cNvSpPr txBox="1"/>
          <p:nvPr/>
        </p:nvSpPr>
        <p:spPr>
          <a:xfrm>
            <a:off x="3241338" y="3568700"/>
            <a:ext cx="57093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b="1" dirty="0">
                <a:latin typeface="Arial Rounded MT Bold" panose="020F0704030504030204" pitchFamily="34" charset="0"/>
              </a:rPr>
              <a:t>Excel | SQL | Tableau | Power BI</a:t>
            </a:r>
          </a:p>
        </p:txBody>
      </p:sp>
    </p:spTree>
    <p:extLst>
      <p:ext uri="{BB962C8B-B14F-4D97-AF65-F5344CB8AC3E}">
        <p14:creationId xmlns:p14="http://schemas.microsoft.com/office/powerpoint/2010/main" val="290998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04743-24CA-FD51-E439-67739DEE2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14AC25-18BC-5C84-0D1C-86484B74CB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CC9AE26-DFDE-F31F-6326-D000C6DF3A07}"/>
              </a:ext>
            </a:extLst>
          </p:cNvPr>
          <p:cNvSpPr txBox="1">
            <a:spLocks/>
          </p:cNvSpPr>
          <p:nvPr/>
        </p:nvSpPr>
        <p:spPr>
          <a:xfrm>
            <a:off x="374650" y="548706"/>
            <a:ext cx="11442700" cy="73818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IN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Group 2 - Team Members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07251A3-2A6D-8A28-43BD-D95A5AFF89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6487339"/>
              </p:ext>
            </p:extLst>
          </p:nvPr>
        </p:nvGraphicFramePr>
        <p:xfrm>
          <a:off x="1865993" y="1835599"/>
          <a:ext cx="8460014" cy="3777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20224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6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576A2-F08B-F975-499E-31ECD347F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385584F-86A5-C451-DB84-AFEE3A2F10DA}"/>
              </a:ext>
            </a:extLst>
          </p:cNvPr>
          <p:cNvSpPr/>
          <p:nvPr/>
        </p:nvSpPr>
        <p:spPr>
          <a:xfrm>
            <a:off x="381684" y="2351314"/>
            <a:ext cx="2737756" cy="3346577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Analysed loan portfolio and customer-related data.</a:t>
            </a:r>
            <a:endParaRPr lang="en-IN" sz="2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6A61DB-1E71-EFE1-5B16-A3EBA81014FB}"/>
              </a:ext>
            </a:extLst>
          </p:cNvPr>
          <p:cNvSpPr/>
          <p:nvPr/>
        </p:nvSpPr>
        <p:spPr>
          <a:xfrm>
            <a:off x="9072561" y="2351314"/>
            <a:ext cx="2737755" cy="3346577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Converted raw data into meaningful business insights.</a:t>
            </a:r>
            <a:endParaRPr lang="en-IN" sz="2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A34A5C-272F-BF20-BC42-2FE9B486A36C}"/>
              </a:ext>
            </a:extLst>
          </p:cNvPr>
          <p:cNvSpPr/>
          <p:nvPr/>
        </p:nvSpPr>
        <p:spPr>
          <a:xfrm>
            <a:off x="6175602" y="2351314"/>
            <a:ext cx="2737756" cy="3346577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• Excel 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• SQL 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• Tableau 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• Power BI</a:t>
            </a:r>
            <a:endParaRPr lang="en-IN" sz="2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EDDD29-995D-C4DA-CC97-EDA40DB7DF07}"/>
              </a:ext>
            </a:extLst>
          </p:cNvPr>
          <p:cNvSpPr/>
          <p:nvPr/>
        </p:nvSpPr>
        <p:spPr>
          <a:xfrm>
            <a:off x="3278643" y="2351314"/>
            <a:ext cx="2737756" cy="3346577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bg1"/>
                </a:solidFill>
              </a:rPr>
              <a:t>Studied loan growth, status, payments and risk.</a:t>
            </a:r>
            <a:endParaRPr lang="en-IN" sz="2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83253C-85FD-62E3-F16B-591DACCF3AF0}"/>
              </a:ext>
            </a:extLst>
          </p:cNvPr>
          <p:cNvSpPr/>
          <p:nvPr/>
        </p:nvSpPr>
        <p:spPr>
          <a:xfrm>
            <a:off x="204107" y="261249"/>
            <a:ext cx="11783786" cy="7620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Project Overview</a:t>
            </a:r>
            <a:endParaRPr lang="en-IN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CFD3D3-8084-9288-85AF-D751EFED79F9}"/>
              </a:ext>
            </a:extLst>
          </p:cNvPr>
          <p:cNvSpPr txBox="1"/>
          <p:nvPr/>
        </p:nvSpPr>
        <p:spPr>
          <a:xfrm>
            <a:off x="204108" y="5982686"/>
            <a:ext cx="11783785" cy="4616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Objective:</a:t>
            </a:r>
            <a:r>
              <a:rPr lang="en-IN" sz="2400" dirty="0">
                <a:solidFill>
                  <a:schemeClr val="bg1"/>
                </a:solidFill>
              </a:rPr>
              <a:t> Understand loan portfolio performance, customer behaviour and credit risk.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B5ECD4-C3C3-45B8-CF17-CC5C9E63B283}"/>
              </a:ext>
            </a:extLst>
          </p:cNvPr>
          <p:cNvSpPr/>
          <p:nvPr/>
        </p:nvSpPr>
        <p:spPr>
          <a:xfrm>
            <a:off x="381684" y="1393372"/>
            <a:ext cx="2737756" cy="7620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🏦 </a:t>
            </a:r>
            <a:r>
              <a:rPr lang="en-IN" sz="2200" b="1" dirty="0">
                <a:solidFill>
                  <a:schemeClr val="bg1"/>
                </a:solidFill>
              </a:rPr>
              <a:t>Banking Dataset</a:t>
            </a:r>
            <a:r>
              <a:rPr lang="en-IN" dirty="0">
                <a:solidFill>
                  <a:schemeClr val="bg1"/>
                </a:solidFill>
              </a:rPr>
              <a:t> 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F9BC36-BEDD-413D-9448-FC8A26160B89}"/>
              </a:ext>
            </a:extLst>
          </p:cNvPr>
          <p:cNvSpPr/>
          <p:nvPr/>
        </p:nvSpPr>
        <p:spPr>
          <a:xfrm>
            <a:off x="6175602" y="1393372"/>
            <a:ext cx="2737756" cy="7620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🛠️ </a:t>
            </a:r>
            <a:r>
              <a:rPr lang="en-IN" sz="2400" b="1" dirty="0">
                <a:solidFill>
                  <a:schemeClr val="bg1"/>
                </a:solidFill>
              </a:rPr>
              <a:t>Tools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D39FB4-5404-8E0B-F5C1-8B9303CCEF8A}"/>
              </a:ext>
            </a:extLst>
          </p:cNvPr>
          <p:cNvSpPr/>
          <p:nvPr/>
        </p:nvSpPr>
        <p:spPr>
          <a:xfrm>
            <a:off x="3278643" y="1401925"/>
            <a:ext cx="2737756" cy="7620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📊 </a:t>
            </a:r>
            <a:r>
              <a:rPr lang="en-IN" sz="2400" b="1" dirty="0">
                <a:solidFill>
                  <a:schemeClr val="bg1"/>
                </a:solidFill>
              </a:rPr>
              <a:t>Analytics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7BFC3EA-0D94-DDC8-E395-A4809A863E30}"/>
              </a:ext>
            </a:extLst>
          </p:cNvPr>
          <p:cNvSpPr/>
          <p:nvPr/>
        </p:nvSpPr>
        <p:spPr>
          <a:xfrm>
            <a:off x="9072560" y="1393372"/>
            <a:ext cx="2737755" cy="77055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💡 </a:t>
            </a:r>
            <a:r>
              <a:rPr lang="en-IN" sz="2400" b="1" dirty="0">
                <a:solidFill>
                  <a:schemeClr val="bg1"/>
                </a:solidFill>
              </a:rPr>
              <a:t>Outcome</a:t>
            </a:r>
            <a:endParaRPr lang="en-IN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315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18" grpId="0" animBg="1"/>
      <p:bldP spid="22" grpId="0" animBg="1"/>
      <p:bldP spid="35" grpId="0" animBg="1"/>
      <p:bldP spid="37" grpId="0" animBg="1"/>
      <p:bldP spid="39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D16AD-5434-CDF3-4655-5BB8056A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72471D3-5EA9-CFC0-DF22-E73ACD6C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1021"/>
            <a:ext cx="11582400" cy="799645"/>
          </a:xfr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Project Objectives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DAAD3C2-FC43-078C-5079-5E53ADEC66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9726353"/>
              </p:ext>
            </p:extLst>
          </p:nvPr>
        </p:nvGraphicFramePr>
        <p:xfrm>
          <a:off x="451920" y="1024466"/>
          <a:ext cx="11288160" cy="5532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C9AE5DF-D125-59B0-EBCA-46E2CBFE2228}"/>
              </a:ext>
            </a:extLst>
          </p:cNvPr>
          <p:cNvSpPr txBox="1"/>
          <p:nvPr/>
        </p:nvSpPr>
        <p:spPr>
          <a:xfrm>
            <a:off x="13694229" y="3429000"/>
            <a:ext cx="184731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34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12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AE1D0-02F5-94DF-32D5-9DB763FD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8DABA686-EA05-B0CC-0F29-0DA75EE9CECD}"/>
              </a:ext>
            </a:extLst>
          </p:cNvPr>
          <p:cNvSpPr txBox="1"/>
          <p:nvPr/>
        </p:nvSpPr>
        <p:spPr>
          <a:xfrm>
            <a:off x="13694229" y="3429000"/>
            <a:ext cx="184731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" name="Plus Sign 10">
            <a:extLst>
              <a:ext uri="{FF2B5EF4-FFF2-40B4-BE49-F238E27FC236}">
                <a16:creationId xmlns:a16="http://schemas.microsoft.com/office/drawing/2014/main" id="{8D64BF16-D976-B69A-ECEF-2BC860926CAD}"/>
              </a:ext>
            </a:extLst>
          </p:cNvPr>
          <p:cNvSpPr/>
          <p:nvPr/>
        </p:nvSpPr>
        <p:spPr>
          <a:xfrm>
            <a:off x="2656114" y="2416628"/>
            <a:ext cx="664029" cy="642257"/>
          </a:xfrm>
          <a:prstGeom prst="mathPlu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Equals 12">
            <a:extLst>
              <a:ext uri="{FF2B5EF4-FFF2-40B4-BE49-F238E27FC236}">
                <a16:creationId xmlns:a16="http://schemas.microsoft.com/office/drawing/2014/main" id="{59A0D16D-F8A4-8BE6-038A-B649023D0244}"/>
              </a:ext>
            </a:extLst>
          </p:cNvPr>
          <p:cNvSpPr/>
          <p:nvPr/>
        </p:nvSpPr>
        <p:spPr>
          <a:xfrm>
            <a:off x="5748913" y="2426426"/>
            <a:ext cx="794393" cy="632459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34FBA3-D066-AAF2-D046-E2A2B88F945A}"/>
              </a:ext>
            </a:extLst>
          </p:cNvPr>
          <p:cNvSpPr txBox="1"/>
          <p:nvPr/>
        </p:nvSpPr>
        <p:spPr>
          <a:xfrm>
            <a:off x="849218" y="3429000"/>
            <a:ext cx="1328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Finance 1 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02AF9-D470-1692-827F-9D4927402477}"/>
              </a:ext>
            </a:extLst>
          </p:cNvPr>
          <p:cNvSpPr txBox="1"/>
          <p:nvPr/>
        </p:nvSpPr>
        <p:spPr>
          <a:xfrm>
            <a:off x="3773185" y="3429000"/>
            <a:ext cx="1328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Finance 2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F801F2-0E86-3CC7-622B-3FF8AE475F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292" t="13641" r="33240" b="53763"/>
          <a:stretch>
            <a:fillRect/>
          </a:stretch>
        </p:blipFill>
        <p:spPr>
          <a:xfrm>
            <a:off x="6085297" y="4303931"/>
            <a:ext cx="1240880" cy="111778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545834F-7298-FF0C-B927-C75E3E65E91C}"/>
              </a:ext>
            </a:extLst>
          </p:cNvPr>
          <p:cNvSpPr/>
          <p:nvPr/>
        </p:nvSpPr>
        <p:spPr>
          <a:xfrm>
            <a:off x="204107" y="261249"/>
            <a:ext cx="11783786" cy="76200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Data Modelling</a:t>
            </a:r>
            <a:endParaRPr lang="en-IN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9C08B3F-A3FC-68D0-BAEC-A90A5CFE25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773185" y="1914997"/>
            <a:ext cx="1328058" cy="130398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90458BF-5FDD-166A-0A84-B50E284E5940}"/>
              </a:ext>
            </a:extLst>
          </p:cNvPr>
          <p:cNvSpPr txBox="1"/>
          <p:nvPr/>
        </p:nvSpPr>
        <p:spPr>
          <a:xfrm>
            <a:off x="5399543" y="5864308"/>
            <a:ext cx="3036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1. Remove Duplicates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2. Handle missing Values 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3. Correct Data Types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286DAE-A8B1-051E-FE97-A2690175382C}"/>
              </a:ext>
            </a:extLst>
          </p:cNvPr>
          <p:cNvSpPr txBox="1"/>
          <p:nvPr/>
        </p:nvSpPr>
        <p:spPr>
          <a:xfrm>
            <a:off x="9429370" y="5827677"/>
            <a:ext cx="2155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Merge Queries</a:t>
            </a: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(Left Outer Join)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0712E9-44F2-B4F4-8E55-1A7D370B3CEA}"/>
              </a:ext>
            </a:extLst>
          </p:cNvPr>
          <p:cNvSpPr txBox="1"/>
          <p:nvPr/>
        </p:nvSpPr>
        <p:spPr>
          <a:xfrm>
            <a:off x="5702891" y="5458345"/>
            <a:ext cx="20056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Arial Rounded MT Bold" panose="020F0704030504030204" pitchFamily="34" charset="0"/>
              </a:rPr>
              <a:t>Data Cleaning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A21F5FC-0903-CC71-F58A-9FB9B1D5FBD7}"/>
              </a:ext>
            </a:extLst>
          </p:cNvPr>
          <p:cNvGrpSpPr/>
          <p:nvPr/>
        </p:nvGrpSpPr>
        <p:grpSpPr>
          <a:xfrm>
            <a:off x="7310767" y="1219735"/>
            <a:ext cx="2540851" cy="2413381"/>
            <a:chOff x="6562838" y="1118137"/>
            <a:chExt cx="2418062" cy="223392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B961C2-0703-F36A-2888-F4B5ED07B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>
              <a:off x="6705737" y="1118137"/>
              <a:ext cx="2275163" cy="223392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64D72D-098F-975E-4961-81A98915B8B2}"/>
                </a:ext>
              </a:extLst>
            </p:cNvPr>
            <p:cNvSpPr txBox="1"/>
            <p:nvPr/>
          </p:nvSpPr>
          <p:spPr>
            <a:xfrm>
              <a:off x="6562838" y="2581388"/>
              <a:ext cx="160004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50" dirty="0">
                  <a:latin typeface="Arial Rounded MT Bold" panose="020F0704030504030204" pitchFamily="34" charset="0"/>
                </a:rPr>
                <a:t>Combined Finance sheet </a:t>
              </a:r>
              <a:endParaRPr lang="en-IN" sz="1550" dirty="0">
                <a:latin typeface="Arial Rounded MT Bold" panose="020F0704030504030204" pitchFamily="34" charset="0"/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A5011941-2FB1-9727-478F-946A3F254A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75" t="13681" r="5537" b="55590"/>
          <a:stretch>
            <a:fillRect/>
          </a:stretch>
        </p:blipFill>
        <p:spPr>
          <a:xfrm>
            <a:off x="9886616" y="4303931"/>
            <a:ext cx="1240880" cy="111778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DCFC3E7-9D87-5EC9-9237-193ED4FB82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49218" y="1914996"/>
            <a:ext cx="1328058" cy="1303987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07A3A5B7-487C-DB08-254E-FD2C2DF9EC8F}"/>
              </a:ext>
            </a:extLst>
          </p:cNvPr>
          <p:cNvGrpSpPr/>
          <p:nvPr/>
        </p:nvGrpSpPr>
        <p:grpSpPr>
          <a:xfrm>
            <a:off x="7730913" y="3764256"/>
            <a:ext cx="1850714" cy="681058"/>
            <a:chOff x="7783143" y="3792971"/>
            <a:chExt cx="1850714" cy="681058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EB6C32D-FD9D-0E62-E2E4-5FC1899123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3143" y="3792971"/>
              <a:ext cx="925429" cy="68105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2E80219-510F-1CF6-508B-F37C2B95123D}"/>
                </a:ext>
              </a:extLst>
            </p:cNvPr>
            <p:cNvCxnSpPr>
              <a:cxnSpLocks/>
            </p:cNvCxnSpPr>
            <p:nvPr/>
          </p:nvCxnSpPr>
          <p:spPr>
            <a:xfrm>
              <a:off x="8708572" y="3798332"/>
              <a:ext cx="925285" cy="6756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1244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/>
      <p:bldP spid="15" grpId="0"/>
      <p:bldP spid="24" grpId="0" animBg="1"/>
      <p:bldP spid="31" grpId="0"/>
      <p:bldP spid="32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7AEEA-2F2F-6ADD-3900-3117536DB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D6F567-C1B9-4827-59E0-128B6F75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8" y="199342"/>
            <a:ext cx="11625943" cy="679902"/>
          </a:xfr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b="1" dirty="0">
                <a:latin typeface="Arial Rounded MT Bold" panose="020F0704030504030204" pitchFamily="34" charset="0"/>
              </a:rPr>
              <a:t>Excel Analytics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372FE4D-EF5B-DA8D-7009-8F0263402A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3407390"/>
              </p:ext>
            </p:extLst>
          </p:nvPr>
        </p:nvGraphicFramePr>
        <p:xfrm>
          <a:off x="283028" y="1272243"/>
          <a:ext cx="11625942" cy="1045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2068EBA-45B3-0F71-1D1A-6A1FE348AF8B}"/>
              </a:ext>
            </a:extLst>
          </p:cNvPr>
          <p:cNvSpPr txBox="1"/>
          <p:nvPr/>
        </p:nvSpPr>
        <p:spPr>
          <a:xfrm>
            <a:off x="283028" y="2660257"/>
            <a:ext cx="3712029" cy="34778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Rounded MT Bold" panose="020F0704030504030204" pitchFamily="34" charset="0"/>
              </a:rPr>
              <a:t>Cleaned and transformed banking data </a:t>
            </a:r>
            <a:br>
              <a:rPr lang="en-IN" sz="2000" dirty="0">
                <a:latin typeface="Arial Rounded MT Bold" panose="020F0704030504030204" pitchFamily="34" charset="0"/>
              </a:rPr>
            </a:br>
            <a:endParaRPr lang="en-IN" sz="2000" dirty="0">
              <a:latin typeface="Arial Rounded MT Bold" panose="020F07040305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Rounded MT Bold" panose="020F0704030504030204" pitchFamily="34" charset="0"/>
              </a:rPr>
              <a:t>Handled missing values, duplicates and data types </a:t>
            </a:r>
            <a:br>
              <a:rPr lang="en-IN" sz="2000" dirty="0">
                <a:latin typeface="Arial Rounded MT Bold" panose="020F0704030504030204" pitchFamily="34" charset="0"/>
              </a:rPr>
            </a:br>
            <a:endParaRPr lang="en-IN" sz="2000" dirty="0">
              <a:latin typeface="Arial Rounded MT Bold" panose="020F07040305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Rounded MT Bold" panose="020F0704030504030204" pitchFamily="34" charset="0"/>
              </a:rPr>
              <a:t>Used Power Query and Left Outer Join </a:t>
            </a:r>
            <a:br>
              <a:rPr lang="en-IN" sz="2000" dirty="0">
                <a:latin typeface="Arial Rounded MT Bold" panose="020F0704030504030204" pitchFamily="34" charset="0"/>
              </a:rPr>
            </a:br>
            <a:endParaRPr lang="en-IN" sz="2000" dirty="0">
              <a:latin typeface="Arial Rounded MT Bold" panose="020F07040305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 Rounded MT Bold" panose="020F0704030504030204" pitchFamily="34" charset="0"/>
              </a:rPr>
              <a:t>Built Pivot Tables, Pivot Charts, KPIs and slicers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E020849-0A51-ACAA-B211-13BCD63FFC8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84" t="1801" r="784" b="1832"/>
          <a:stretch>
            <a:fillRect/>
          </a:stretch>
        </p:blipFill>
        <p:spPr>
          <a:xfrm>
            <a:off x="4070531" y="2819631"/>
            <a:ext cx="7838440" cy="3159125"/>
          </a:xfrm>
          <a:prstGeom prst="rect">
            <a:avLst/>
          </a:prstGeom>
          <a:ln w="88900" cap="sq" cmpd="thickThin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4CFC92-8E69-E70A-952B-03CCCF81AA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512687" y="298108"/>
            <a:ext cx="482370" cy="48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194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10" grpId="0">
        <p:bldAsOne/>
      </p:bldGraphic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F6770-381B-7B82-F07B-D769B9407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3230D476-7769-3825-7339-75B5B3287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3" y="243189"/>
            <a:ext cx="11625943" cy="679902"/>
          </a:xfr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b="1" dirty="0">
                <a:latin typeface="Arial Rounded MT Bold" panose="020F0704030504030204" pitchFamily="34" charset="0"/>
              </a:rPr>
              <a:t>SQL Analytics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7B0E298-3DFF-90F6-6B1E-4E8AE3A864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6624182"/>
              </p:ext>
            </p:extLst>
          </p:nvPr>
        </p:nvGraphicFramePr>
        <p:xfrm>
          <a:off x="283028" y="1272243"/>
          <a:ext cx="11625942" cy="1045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14EA4A7-AD47-52FB-1E7D-497A2542BBCA}"/>
              </a:ext>
            </a:extLst>
          </p:cNvPr>
          <p:cNvSpPr txBox="1"/>
          <p:nvPr/>
        </p:nvSpPr>
        <p:spPr>
          <a:xfrm>
            <a:off x="460828" y="2803280"/>
            <a:ext cx="33618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 Rounded MT Bold" panose="020F0704030504030204" pitchFamily="34" charset="0"/>
              </a:rPr>
              <a:t>Year-wise Loan Amount </a:t>
            </a:r>
            <a:br>
              <a:rPr lang="en-IN" sz="2000" dirty="0">
                <a:latin typeface="Arial Rounded MT Bold" panose="020F0704030504030204" pitchFamily="34" charset="0"/>
              </a:rPr>
            </a:br>
            <a:endParaRPr lang="en-IN" sz="2000" dirty="0">
              <a:latin typeface="Arial Rounded MT Bold" panose="020F07040305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 Rounded MT Bold" panose="020F0704030504030204" pitchFamily="34" charset="0"/>
              </a:rPr>
              <a:t>Grade &amp; Sub-grade Revolving Balance </a:t>
            </a:r>
            <a:br>
              <a:rPr lang="en-IN" sz="2000" dirty="0">
                <a:latin typeface="Arial Rounded MT Bold" panose="020F0704030504030204" pitchFamily="34" charset="0"/>
              </a:rPr>
            </a:br>
            <a:endParaRPr lang="en-IN" sz="2000" dirty="0">
              <a:latin typeface="Arial Rounded MT Bold" panose="020F07040305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 Rounded MT Bold" panose="020F0704030504030204" pitchFamily="34" charset="0"/>
              </a:rPr>
              <a:t>Verification-wise Payment </a:t>
            </a:r>
            <a:br>
              <a:rPr lang="en-IN" sz="2000" dirty="0">
                <a:latin typeface="Arial Rounded MT Bold" panose="020F0704030504030204" pitchFamily="34" charset="0"/>
              </a:rPr>
            </a:br>
            <a:endParaRPr lang="en-IN" sz="2000" dirty="0">
              <a:latin typeface="Arial Rounded MT Bold" panose="020F07040305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 Rounded MT Bold" panose="020F0704030504030204" pitchFamily="34" charset="0"/>
              </a:rPr>
              <a:t>State-wise Loan Status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7C6BE0-A2E7-E989-1498-4804E9FBDB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2129" y="2666423"/>
            <a:ext cx="7061199" cy="3703632"/>
          </a:xfrm>
          <a:prstGeom prst="rect">
            <a:avLst/>
          </a:prstGeom>
          <a:ln w="2286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7609A9-FEF2-DD9D-F464-90898D15FD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457952" y="325474"/>
            <a:ext cx="515331" cy="51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456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Graphic spid="11" grpId="0">
        <p:bldAsOne/>
      </p:bldGraphic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91D62-FA6B-8456-F3CC-AB7C9EA0A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F2FF75F4-7DCC-78AB-918B-10020396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25425"/>
            <a:ext cx="11518900" cy="765175"/>
          </a:xfr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IN" b="1" dirty="0">
                <a:latin typeface="Arial Rounded MT Bold" panose="020F0704030504030204" pitchFamily="34" charset="0"/>
              </a:rPr>
              <a:t>Tableau Analytics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40B7E18-5CA1-0076-7EC7-7030F68244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5050397"/>
              </p:ext>
            </p:extLst>
          </p:nvPr>
        </p:nvGraphicFramePr>
        <p:xfrm>
          <a:off x="7550150" y="1213908"/>
          <a:ext cx="43053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A4733193-8916-693E-118A-D11E43FC7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755015"/>
            <a:ext cx="6629400" cy="3759201"/>
          </a:xfrm>
          <a:prstGeom prst="rect">
            <a:avLst/>
          </a:prstGeom>
          <a:ln w="2286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F70D62-DF14-B46F-A5CA-AD5367211CB7}"/>
              </a:ext>
            </a:extLst>
          </p:cNvPr>
          <p:cNvSpPr txBox="1"/>
          <p:nvPr/>
        </p:nvSpPr>
        <p:spPr>
          <a:xfrm>
            <a:off x="323850" y="6101659"/>
            <a:ext cx="780415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dirty="0">
                <a:latin typeface="Arial Rounded MT Bold" panose="020F0704030504030204" pitchFamily="34" charset="0"/>
              </a:rPr>
              <a:t>CONNECT → PREPARE → CALCULATE → VISUALIZE → INTERACT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CB9DF0-0A89-CEF1-86CD-A7682F3414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113687" y="368713"/>
            <a:ext cx="478597" cy="47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946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Graphic spid="8" grpId="0">
        <p:bldAsOne/>
      </p:bldGraphic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0416B-BAA2-6571-9B7D-804BFECF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CC98D571-C549-08C9-6D04-281BFE87FDD7}"/>
              </a:ext>
            </a:extLst>
          </p:cNvPr>
          <p:cNvSpPr txBox="1">
            <a:spLocks/>
          </p:cNvSpPr>
          <p:nvPr/>
        </p:nvSpPr>
        <p:spPr>
          <a:xfrm>
            <a:off x="336550" y="225425"/>
            <a:ext cx="11518900" cy="7651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b="1">
                <a:latin typeface="Arial Rounded MT Bold" panose="020F0704030504030204" pitchFamily="34" charset="0"/>
              </a:rPr>
              <a:t>PowerBi Analytics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9785387D-222A-8D11-0D5A-C7025E7D6C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9409762"/>
              </p:ext>
            </p:extLst>
          </p:nvPr>
        </p:nvGraphicFramePr>
        <p:xfrm>
          <a:off x="9191625" y="990600"/>
          <a:ext cx="2457450" cy="564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8747D046-77AB-9F66-F32F-81BBFAA8AB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238" y="2250240"/>
            <a:ext cx="7538442" cy="4125160"/>
          </a:xfrm>
          <a:prstGeom prst="rect">
            <a:avLst/>
          </a:prstGeom>
          <a:ln w="2286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AA19FFD-171E-27C2-1A0D-4EBD5B9C4C03}"/>
              </a:ext>
            </a:extLst>
          </p:cNvPr>
          <p:cNvSpPr txBox="1"/>
          <p:nvPr/>
        </p:nvSpPr>
        <p:spPr>
          <a:xfrm>
            <a:off x="542925" y="1173293"/>
            <a:ext cx="3702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KPI CARDS - </a:t>
            </a:r>
            <a:r>
              <a:rPr lang="en-IN" dirty="0"/>
              <a:t>Portfolio metrics </a:t>
            </a:r>
            <a:br>
              <a:rPr lang="en-IN" dirty="0"/>
            </a:br>
            <a:r>
              <a:rPr lang="en-IN" dirty="0"/>
              <a:t>2. </a:t>
            </a:r>
            <a:r>
              <a:rPr lang="en-IN" b="1" dirty="0"/>
              <a:t>SLICERS - </a:t>
            </a:r>
            <a:r>
              <a:rPr lang="en-IN" dirty="0"/>
              <a:t>Interactive filtering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4C02EA-2CF8-DD3F-D69B-9BA2B55DC08A}"/>
              </a:ext>
            </a:extLst>
          </p:cNvPr>
          <p:cNvSpPr txBox="1"/>
          <p:nvPr/>
        </p:nvSpPr>
        <p:spPr>
          <a:xfrm>
            <a:off x="4343400" y="1173294"/>
            <a:ext cx="4201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3. DAX - </a:t>
            </a:r>
            <a:r>
              <a:rPr lang="en-IN" sz="1800" dirty="0"/>
              <a:t>Calculated measures</a:t>
            </a:r>
          </a:p>
          <a:p>
            <a:pPr>
              <a:buNone/>
            </a:pPr>
            <a:r>
              <a:rPr lang="en-IN" sz="1800" b="1" dirty="0"/>
              <a:t>4. RELATIONSHIPS - </a:t>
            </a:r>
            <a:r>
              <a:rPr lang="en-IN" sz="1800" dirty="0"/>
              <a:t>Connected data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8CC341-3C5A-E847-ED99-0A0C51BF8E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080657" y="374560"/>
            <a:ext cx="466904" cy="46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672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Graphic spid="10" grpId="0">
        <p:bldAsOne/>
      </p:bldGraphic>
      <p:bldP spid="16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27CEE-4D47-BF96-2F4B-684C45B8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4">
            <a:extLst>
              <a:ext uri="{FF2B5EF4-FFF2-40B4-BE49-F238E27FC236}">
                <a16:creationId xmlns:a16="http://schemas.microsoft.com/office/drawing/2014/main" id="{615D059D-DFEF-A6E1-58CB-0E5D40524530}"/>
              </a:ext>
            </a:extLst>
          </p:cNvPr>
          <p:cNvSpPr txBox="1">
            <a:spLocks/>
          </p:cNvSpPr>
          <p:nvPr/>
        </p:nvSpPr>
        <p:spPr>
          <a:xfrm>
            <a:off x="336550" y="225425"/>
            <a:ext cx="11518900" cy="7651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b="1" kern="0" dirty="0">
                <a:solidFill>
                  <a:schemeClr val="bg1"/>
                </a:solidFill>
                <a:ea typeface="MS Gothic" panose="020B0609070205080204" pitchFamily="49" charset="-128"/>
                <a:cs typeface="Times New Roman" panose="02020603050405020304" pitchFamily="18" charset="0"/>
              </a:rPr>
              <a:t>Common KPIs</a:t>
            </a:r>
            <a:endParaRPr lang="en-IN" sz="4800" b="1" kern="0" dirty="0">
              <a:solidFill>
                <a:schemeClr val="bg1"/>
              </a:solidFill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2FBCB0-73C9-949A-D2F2-8CF1166A30CE}"/>
              </a:ext>
            </a:extLst>
          </p:cNvPr>
          <p:cNvSpPr txBox="1"/>
          <p:nvPr/>
        </p:nvSpPr>
        <p:spPr>
          <a:xfrm>
            <a:off x="1778000" y="5924689"/>
            <a:ext cx="93091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Purpose</a:t>
            </a:r>
            <a:r>
              <a:rPr lang="en-US" sz="2000" b="1" dirty="0"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20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These KPIs provide a quick view of portfolio size, loan volume, payment performance, interest pricing and credit risk.</a:t>
            </a:r>
            <a:endParaRPr lang="en-IN" sz="1100" dirty="0">
              <a:solidFill>
                <a:srgbClr val="2D2D2D"/>
              </a:solidFill>
              <a:effectLst/>
              <a:latin typeface="Arial Rounded MT Bold" panose="020F07040305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D6D24B7-4A60-967E-8B4E-CADE082BFBBF}"/>
              </a:ext>
            </a:extLst>
          </p:cNvPr>
          <p:cNvSpPr/>
          <p:nvPr/>
        </p:nvSpPr>
        <p:spPr>
          <a:xfrm>
            <a:off x="660400" y="1238111"/>
            <a:ext cx="2844800" cy="2235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173A59"/>
                </a:solidFill>
                <a:latin typeface="Arial Rounded MT Bold" panose="020F0704030504030204" pitchFamily="34" charset="0"/>
              </a:rPr>
              <a:t>Total Loan Amount </a:t>
            </a:r>
            <a:r>
              <a:rPr lang="en-US" sz="3200" b="1" dirty="0">
                <a:solidFill>
                  <a:srgbClr val="173A59"/>
                </a:solidFill>
                <a:latin typeface="Arial Rounded MT Bold" panose="020F0704030504030204" pitchFamily="34" charset="0"/>
              </a:rPr>
              <a:t>445.60M</a:t>
            </a:r>
            <a:endParaRPr lang="en-IN" sz="2800" b="1" dirty="0">
              <a:solidFill>
                <a:srgbClr val="173A59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25205B0-366A-96DA-6BAF-A70E56DAC716}"/>
              </a:ext>
            </a:extLst>
          </p:cNvPr>
          <p:cNvSpPr/>
          <p:nvPr/>
        </p:nvSpPr>
        <p:spPr>
          <a:xfrm>
            <a:off x="2590800" y="3581400"/>
            <a:ext cx="2844800" cy="2235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000" dirty="0">
                <a:solidFill>
                  <a:srgbClr val="173A59"/>
                </a:solidFill>
                <a:latin typeface="Arial Rounded MT Bold" panose="020F0704030504030204" pitchFamily="34" charset="0"/>
              </a:rPr>
              <a:t>Average Interest Rate</a:t>
            </a:r>
            <a:br>
              <a:rPr lang="en-US" sz="3200" b="1" dirty="0">
                <a:solidFill>
                  <a:srgbClr val="173A59"/>
                </a:solidFill>
                <a:latin typeface="Arial Rounded MT Bold" panose="020F0704030504030204" pitchFamily="34" charset="0"/>
              </a:rPr>
            </a:br>
            <a:r>
              <a:rPr lang="en-US" sz="3200" b="1" dirty="0">
                <a:solidFill>
                  <a:srgbClr val="173A59"/>
                </a:solidFill>
                <a:latin typeface="Arial Rounded MT Bold" panose="020F0704030504030204" pitchFamily="34" charset="0"/>
              </a:rPr>
              <a:t>12.02%</a:t>
            </a:r>
            <a:endParaRPr lang="en-IN" sz="3200" dirty="0">
              <a:solidFill>
                <a:srgbClr val="173A59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1BAFFCE-D9D4-4439-2007-098809BB9FB3}"/>
              </a:ext>
            </a:extLst>
          </p:cNvPr>
          <p:cNvSpPr/>
          <p:nvPr/>
        </p:nvSpPr>
        <p:spPr>
          <a:xfrm>
            <a:off x="8686800" y="1238111"/>
            <a:ext cx="2844800" cy="2235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73A59"/>
                </a:solidFill>
                <a:latin typeface="Arial Rounded MT Bold" panose="020F0704030504030204" pitchFamily="34" charset="0"/>
              </a:rPr>
              <a:t>Total Payment Received</a:t>
            </a:r>
            <a:r>
              <a:rPr lang="en-US" b="1" dirty="0">
                <a:solidFill>
                  <a:srgbClr val="173A59"/>
                </a:solidFill>
                <a:latin typeface="Arial Rounded MT Bold" panose="020F0704030504030204" pitchFamily="34" charset="0"/>
              </a:rPr>
              <a:t> </a:t>
            </a:r>
            <a:r>
              <a:rPr lang="en-US" sz="3200" b="1" dirty="0">
                <a:solidFill>
                  <a:srgbClr val="173A59"/>
                </a:solidFill>
                <a:latin typeface="Arial Rounded MT Bold" panose="020F0704030504030204" pitchFamily="34" charset="0"/>
              </a:rPr>
              <a:t>482.70M</a:t>
            </a:r>
            <a:endParaRPr lang="en-IN" dirty="0">
              <a:solidFill>
                <a:srgbClr val="173A59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1300AA8-627A-F7D1-2E78-2C4B2D9786EB}"/>
              </a:ext>
            </a:extLst>
          </p:cNvPr>
          <p:cNvSpPr/>
          <p:nvPr/>
        </p:nvSpPr>
        <p:spPr>
          <a:xfrm>
            <a:off x="4673600" y="1238111"/>
            <a:ext cx="2844800" cy="2235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dirty="0">
                <a:solidFill>
                  <a:srgbClr val="173A59"/>
                </a:solidFill>
                <a:latin typeface="Arial Rounded MT Bold" panose="020F0704030504030204" pitchFamily="34" charset="0"/>
              </a:rPr>
              <a:t>Total Loans </a:t>
            </a:r>
            <a:r>
              <a:rPr lang="en-US" sz="3200" b="1" dirty="0">
                <a:solidFill>
                  <a:srgbClr val="173A59"/>
                </a:solidFill>
                <a:latin typeface="Arial Rounded MT Bold" panose="020F0704030504030204" pitchFamily="34" charset="0"/>
              </a:rPr>
              <a:t>39,717</a:t>
            </a:r>
            <a:endParaRPr lang="en-IN" dirty="0">
              <a:solidFill>
                <a:srgbClr val="173A59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9349109-7E11-E081-B7F7-C95656CE6A4C}"/>
              </a:ext>
            </a:extLst>
          </p:cNvPr>
          <p:cNvSpPr/>
          <p:nvPr/>
        </p:nvSpPr>
        <p:spPr>
          <a:xfrm>
            <a:off x="6756400" y="3581400"/>
            <a:ext cx="2844800" cy="2235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73A59"/>
                </a:solidFill>
                <a:latin typeface="Arial Rounded MT Bold" panose="020F0704030504030204" pitchFamily="34" charset="0"/>
              </a:rPr>
              <a:t>Charged-Off Rate </a:t>
            </a:r>
            <a:r>
              <a:rPr lang="en-US" sz="3200" b="1" dirty="0">
                <a:solidFill>
                  <a:srgbClr val="173A59"/>
                </a:solidFill>
                <a:latin typeface="Arial Rounded MT Bold" panose="020F0704030504030204" pitchFamily="34" charset="0"/>
              </a:rPr>
              <a:t>14.17%</a:t>
            </a:r>
            <a:endParaRPr lang="en-IN" dirty="0">
              <a:solidFill>
                <a:srgbClr val="173A59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76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7" grpId="0" animBg="1"/>
      <p:bldP spid="19" grpId="0" animBg="1"/>
      <p:bldP spid="20" grpId="0" animBg="1"/>
      <p:bldP spid="21" grpId="0" build="allAtOnce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5DDE8-9EF7-3217-6DE5-C21E588C6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AFF1103-D050-8E20-2589-56394D3C1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225"/>
            <a:ext cx="10515600" cy="815975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Key Insights &amp; Interpretation</a:t>
            </a:r>
            <a:endParaRPr lang="en-IN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FAAA8F-A209-4B90-761C-8CE8E2198FFD}"/>
              </a:ext>
            </a:extLst>
          </p:cNvPr>
          <p:cNvSpPr txBox="1"/>
          <p:nvPr/>
        </p:nvSpPr>
        <p:spPr>
          <a:xfrm>
            <a:off x="393700" y="1416109"/>
            <a:ext cx="5372100" cy="390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Loan activity increased significantly over the analyzed years, with 2011 recording the highest displayed annual loan amount (~260.51M).</a:t>
            </a:r>
            <a:endParaRPr lang="en-IN" sz="2000" dirty="0">
              <a:solidFill>
                <a:schemeClr val="tx1"/>
              </a:solidFill>
              <a:effectLst/>
              <a:latin typeface="Arial Rounded MT Bold" panose="020F07040305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California has the highest displayed loan count at approximately 7,099 loans, followed by New York and Florida.</a:t>
            </a: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Debt consolidation is the largest loan purpose by loan count, with approximately 18.64K loans.</a:t>
            </a:r>
            <a:br>
              <a:rPr lang="en-US" sz="20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IN" sz="1100" dirty="0">
              <a:solidFill>
                <a:srgbClr val="2D2D2D"/>
              </a:solidFill>
              <a:effectLst/>
              <a:latin typeface="Arial Rounded MT Bold" panose="020F07040305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410BA7-D16C-6041-2AA3-39B56087DA97}"/>
              </a:ext>
            </a:extLst>
          </p:cNvPr>
          <p:cNvSpPr txBox="1"/>
          <p:nvPr/>
        </p:nvSpPr>
        <p:spPr>
          <a:xfrm>
            <a:off x="495300" y="5319742"/>
            <a:ext cx="11201400" cy="14516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20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🎯 </a:t>
            </a:r>
            <a:r>
              <a:rPr lang="en-US" sz="2000" dirty="0">
                <a:latin typeface="Arial Rounded MT Bold" panose="020F0704030504030204" pitchFamily="34" charset="0"/>
              </a:rPr>
              <a:t>Business Interpretation</a:t>
            </a:r>
            <a:endParaRPr lang="en-IN" sz="2000" dirty="0">
              <a:latin typeface="Arial Rounded MT Bold" panose="020F0704030504030204" pitchFamily="34" charset="0"/>
            </a:endParaRPr>
          </a:p>
          <a:p>
            <a:pPr lvl="0"/>
            <a:r>
              <a:rPr lang="en-US" sz="2000" dirty="0">
                <a:latin typeface="Arial Rounded MT Bold" panose="020F0704030504030204" pitchFamily="34" charset="0"/>
              </a:rPr>
              <a:t>The portfolio shows strong lending growth and a high proportion of current loans, while the charged-off segment requires further analysis to improve risk management and portfolio quality.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271290-CE95-F88A-855F-883B9B7C795C}"/>
              </a:ext>
            </a:extLst>
          </p:cNvPr>
          <p:cNvSpPr txBox="1"/>
          <p:nvPr/>
        </p:nvSpPr>
        <p:spPr>
          <a:xfrm>
            <a:off x="5765800" y="1474038"/>
            <a:ext cx="615950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Approximately 82.96% of loans are current, while 14.17% are charged off.</a:t>
            </a: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n-IN" sz="2000" dirty="0">
              <a:solidFill>
                <a:schemeClr val="tx1"/>
              </a:solidFill>
              <a:effectLst/>
              <a:latin typeface="Arial Rounded MT Bold" panose="020F07040305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Verification analysis shows a significant split between verified and non-verified loans/ payments.</a:t>
            </a:r>
            <a:br>
              <a:rPr lang="en-US" sz="20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IN" sz="2000" dirty="0">
              <a:latin typeface="Arial Rounded MT Bold" panose="020F07040305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0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charged-off segment is an important area for credit-risk monitoring.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718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  <p:bldP spid="15" grpId="0" animBg="1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CE1C5-0E17-C8EA-E133-E895C0EB6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99F25A-31E7-E37A-B461-36C2549BB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1026755"/>
            <a:ext cx="11176000" cy="546294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• The bank has a large and growing loan portfolio.</a:t>
            </a:r>
            <a:br>
              <a:rPr lang="en-US" sz="2400" dirty="0">
                <a:latin typeface="Arial Rounded MT Bold" panose="020F0704030504030204" pitchFamily="34" charset="0"/>
              </a:rPr>
            </a:br>
            <a:br>
              <a:rPr lang="en-IN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• Loan performance is predominantly driven by current loans.</a:t>
            </a:r>
            <a:br>
              <a:rPr lang="en-US" sz="2400" dirty="0">
                <a:latin typeface="Arial Rounded MT Bold" panose="020F0704030504030204" pitchFamily="34" charset="0"/>
              </a:rPr>
            </a:br>
            <a:br>
              <a:rPr lang="en-IN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• Debt consolidation is the major borrowing purpose.</a:t>
            </a:r>
            <a:br>
              <a:rPr lang="en-US" sz="2400" dirty="0">
                <a:latin typeface="Arial Rounded MT Bold" panose="020F0704030504030204" pitchFamily="34" charset="0"/>
              </a:rPr>
            </a:br>
            <a:br>
              <a:rPr lang="en-IN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• Lending activity is concentrated in key states such as California, New York and Florida.</a:t>
            </a:r>
            <a:br>
              <a:rPr lang="en-US" sz="2400" dirty="0">
                <a:latin typeface="Arial Rounded MT Bold" panose="020F0704030504030204" pitchFamily="34" charset="0"/>
              </a:rPr>
            </a:br>
            <a:br>
              <a:rPr lang="en-IN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• Verification status provides an additional dimension for analyzing payment and lending behavior.</a:t>
            </a:r>
            <a:br>
              <a:rPr lang="en-US" sz="2400" dirty="0">
                <a:latin typeface="Arial Rounded MT Bold" panose="020F0704030504030204" pitchFamily="34" charset="0"/>
              </a:rPr>
            </a:br>
            <a:br>
              <a:rPr lang="en-IN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• Combining KPIs and visual analysis provides a clear view of portfolio performance and risk.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52177-4FEC-6A25-FDFA-E6C2CE43A571}"/>
              </a:ext>
            </a:extLst>
          </p:cNvPr>
          <p:cNvSpPr txBox="1"/>
          <p:nvPr/>
        </p:nvSpPr>
        <p:spPr>
          <a:xfrm>
            <a:off x="546100" y="277168"/>
            <a:ext cx="11061700" cy="5847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Business Takeaways</a:t>
            </a:r>
            <a:endParaRPr lang="en-IN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44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DE984-E4BB-FA2F-0395-51D67125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53FD39-C87C-A410-02EC-55D87C41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50" y="445513"/>
            <a:ext cx="5384800" cy="1003299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Future Scope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D4D18-F6D2-C056-47BB-A69976E94328}"/>
              </a:ext>
            </a:extLst>
          </p:cNvPr>
          <p:cNvSpPr txBox="1"/>
          <p:nvPr/>
        </p:nvSpPr>
        <p:spPr>
          <a:xfrm>
            <a:off x="6419850" y="1714500"/>
            <a:ext cx="5384800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• Customer segmentation</a:t>
            </a:r>
            <a:br>
              <a:rPr lang="en-US" sz="2400" dirty="0">
                <a:latin typeface="Arial Rounded MT Bold" panose="020F0704030504030204" pitchFamily="34" charset="0"/>
              </a:rPr>
            </a:br>
            <a:br>
              <a:rPr lang="en-IN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• Credit-risk scoring</a:t>
            </a:r>
            <a:br>
              <a:rPr lang="en-US" sz="2400" dirty="0">
                <a:latin typeface="Arial Rounded MT Bold" panose="020F0704030504030204" pitchFamily="34" charset="0"/>
              </a:rPr>
            </a:br>
            <a:br>
              <a:rPr lang="en-IN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• Loan default prediction</a:t>
            </a:r>
            <a:br>
              <a:rPr lang="en-US" sz="2400" dirty="0">
                <a:latin typeface="Arial Rounded MT Bold" panose="020F0704030504030204" pitchFamily="34" charset="0"/>
              </a:rPr>
            </a:br>
            <a:br>
              <a:rPr lang="en-IN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• Early-warning indicators for potential charge-offs</a:t>
            </a:r>
            <a:br>
              <a:rPr lang="en-US" sz="2400" dirty="0">
                <a:latin typeface="Arial Rounded MT Bold" panose="020F0704030504030204" pitchFamily="34" charset="0"/>
              </a:rPr>
            </a:br>
            <a:br>
              <a:rPr lang="en-IN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• Automated dashboard refresh</a:t>
            </a:r>
            <a:br>
              <a:rPr lang="en-US" sz="2400" dirty="0">
                <a:latin typeface="Arial Rounded MT Bold" panose="020F0704030504030204" pitchFamily="34" charset="0"/>
              </a:rPr>
            </a:br>
            <a:br>
              <a:rPr lang="en-IN" sz="2400" dirty="0">
                <a:latin typeface="Arial Rounded MT Bold" panose="020F0704030504030204" pitchFamily="34" charset="0"/>
              </a:rPr>
            </a:br>
            <a:r>
              <a:rPr lang="en-US" sz="2400" dirty="0">
                <a:latin typeface="Arial Rounded MT Bold" panose="020F0704030504030204" pitchFamily="34" charset="0"/>
              </a:rPr>
              <a:t>• Predictive analysis of repayment behavior</a:t>
            </a:r>
            <a:endParaRPr lang="en-IN" sz="1050" dirty="0">
              <a:latin typeface="Arial Rounded MT Bold" panose="020F0704030504030204" pitchFamily="34" charset="0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3D8BAB46-FDEE-1F5B-5765-6EAEBF72167A}"/>
              </a:ext>
            </a:extLst>
          </p:cNvPr>
          <p:cNvSpPr txBox="1">
            <a:spLocks/>
          </p:cNvSpPr>
          <p:nvPr/>
        </p:nvSpPr>
        <p:spPr>
          <a:xfrm>
            <a:off x="387350" y="445513"/>
            <a:ext cx="5295900" cy="10032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Conclusion</a:t>
            </a:r>
            <a:endParaRPr lang="en-IN" sz="40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FE6CD-FEFD-C982-1B4C-DBA8D2A33F9C}"/>
              </a:ext>
            </a:extLst>
          </p:cNvPr>
          <p:cNvSpPr txBox="1"/>
          <p:nvPr/>
        </p:nvSpPr>
        <p:spPr>
          <a:xfrm>
            <a:off x="387350" y="1714500"/>
            <a:ext cx="5295900" cy="48372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project demonstrates how banking data can be transformed into actionable business insights using Excel, SQL, Tableau and Power BI.</a:t>
            </a:r>
            <a:br>
              <a:rPr lang="en-US" sz="24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IN" sz="2400" dirty="0">
              <a:solidFill>
                <a:schemeClr val="tx1"/>
              </a:solidFill>
              <a:effectLst/>
              <a:latin typeface="Arial Rounded MT Bold" panose="020F07040305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sz="24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The analysis provides insights into loan portfolio growth, loan performance, borrowing patterns, geographical distribution, verification status and credit risk.</a:t>
            </a:r>
            <a:br>
              <a:rPr lang="en-US" sz="2400" dirty="0">
                <a:solidFill>
                  <a:schemeClr val="tx1"/>
                </a:solidFill>
                <a:effectLst/>
                <a:latin typeface="Arial Rounded MT Bold" panose="020F07040305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IN" sz="1200" dirty="0">
              <a:solidFill>
                <a:srgbClr val="2D2D2D"/>
              </a:solidFill>
              <a:effectLst/>
              <a:latin typeface="Arial Rounded MT Bold" panose="020F07040305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A88564-BBC2-06BF-C306-31114B4AD6DF}"/>
              </a:ext>
            </a:extLst>
          </p:cNvPr>
          <p:cNvCxnSpPr/>
          <p:nvPr/>
        </p:nvCxnSpPr>
        <p:spPr>
          <a:xfrm>
            <a:off x="6070600" y="445513"/>
            <a:ext cx="0" cy="610620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50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9">
            <a:alpha val="96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772C0-1B4F-C9D5-2B52-5E63AEE8E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9D6779-2159-7E16-1F31-4B955C65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49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Arial Rounded MT Bold" panose="020F0704030504030204" pitchFamily="34" charset="0"/>
              </a:rPr>
              <a:t>Thank You!</a:t>
            </a:r>
            <a:endParaRPr lang="en-IN" sz="6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1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</TotalTime>
  <Words>717</Words>
  <Application>Microsoft Office PowerPoint</Application>
  <PresentationFormat>Widescreen</PresentationFormat>
  <Paragraphs>106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MS Gothic</vt:lpstr>
      <vt:lpstr>Arial</vt:lpstr>
      <vt:lpstr>Arial Rounded MT Bold</vt:lpstr>
      <vt:lpstr>Calibri</vt:lpstr>
      <vt:lpstr>Calibri Light</vt:lpstr>
      <vt:lpstr>Symbol</vt:lpstr>
      <vt:lpstr>Office Theme</vt:lpstr>
      <vt:lpstr>BANK LOAN ANALYTICS</vt:lpstr>
      <vt:lpstr>PowerPoint Presentation</vt:lpstr>
      <vt:lpstr>PowerPoint Presentation</vt:lpstr>
      <vt:lpstr>Project Objectives</vt:lpstr>
      <vt:lpstr>PowerPoint Presentation</vt:lpstr>
      <vt:lpstr>Excel Analytics</vt:lpstr>
      <vt:lpstr>SQL Analytics</vt:lpstr>
      <vt:lpstr>Tableau Analytics</vt:lpstr>
      <vt:lpstr>PowerPoint Presentation</vt:lpstr>
      <vt:lpstr>PowerPoint Presentation</vt:lpstr>
      <vt:lpstr>Key Insights &amp; Interpretation</vt:lpstr>
      <vt:lpstr>• The bank has a large and growing loan portfolio.  • Loan performance is predominantly driven by current loans.  • Debt consolidation is the major borrowing purpose.  • Lending activity is concentrated in key states such as California, New York and Florida.  • Verification status provides an additional dimension for analyzing payment and lending behavior.  • Combining KPIs and visual analysis provides a clear view of portfolio performance and risk.</vt:lpstr>
      <vt:lpstr>Future Scope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Jeeya Patel</dc:creator>
  <cp:lastModifiedBy>Jeeya Patel</cp:lastModifiedBy>
  <cp:revision>12</cp:revision>
  <dcterms:created xsi:type="dcterms:W3CDTF">2026-09-16T06:11:42Z</dcterms:created>
  <dcterms:modified xsi:type="dcterms:W3CDTF">2026-09-16T12:53:13Z</dcterms:modified>
</cp:coreProperties>
</file>